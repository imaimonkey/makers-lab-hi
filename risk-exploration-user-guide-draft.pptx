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sldSz cx="12192000" cy="6858000"/>
  <p:notesSz cx="6858000" cy="9144000"/>
  <p:defaultTextStyle>
    <a:defPPr>
      <a:defRPr lang="ko-KR"/>
    </a:defPPr>
    <a:lvl1pPr marL="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98" d="100"/>
          <a:sy n="98" d="100"/>
        </p:scale>
        <p:origin x="82" y="32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viewProps" Target="view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43C83788-7C4D-1459-3450-92FE118ADEB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부제목 2">
            <a:extLst>
              <a:ext uri="{FF2B5EF4-FFF2-40B4-BE49-F238E27FC236}">
                <a16:creationId xmlns:a16="http://schemas.microsoft.com/office/drawing/2014/main" id="{6D9ED53F-E01F-3A11-C106-EDDB4CFD7E73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ko-KR" altLang="en-US"/>
              <a:t>클릭하여 마스터 부제목 스타일 편집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951923CD-3AF5-DC64-F116-E23E338F8FC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1A2EDDD-D3AA-4BC6-93A9-596AE18F7CA6}" type="datetimeFigureOut">
              <a:rPr lang="ko-KR" altLang="en-US" smtClean="0"/>
              <a:t>2026-08-07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3089FD7F-FFB1-7B91-316B-D662D7AD88C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99D49D50-13A1-4F20-CB45-400ACC28FF3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B4F5A8F-C98C-4135-9E70-8B8D0B6FF61F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81382447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F81280DA-E533-BD83-FAB7-3CD00C085C2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FD31D5D9-8490-79C9-76EF-06A2F8A581F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4F518DB8-C8DF-7743-9BE9-B9AE44504C8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1A2EDDD-D3AA-4BC6-93A9-596AE18F7CA6}" type="datetimeFigureOut">
              <a:rPr lang="ko-KR" altLang="en-US" smtClean="0"/>
              <a:t>2026-08-07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B949064D-209B-9950-88AD-42BB89A2592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0A62F958-E29A-9B48-1442-7A854DEBE7E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B4F5A8F-C98C-4135-9E70-8B8D0B6FF61F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25751930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3B131F5F-C3CE-A537-9CDC-11EBEF51A9C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483EA615-8199-C00B-8445-7D95BD29CCF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BD8B7E20-32D9-4A4E-61CF-901671E8FE8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1A2EDDD-D3AA-4BC6-93A9-596AE18F7CA6}" type="datetimeFigureOut">
              <a:rPr lang="ko-KR" altLang="en-US" smtClean="0"/>
              <a:t>2026-08-07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302B63A0-3E2B-5562-556A-B2153D39CD4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FAD9B74E-1F93-34FB-624B-ED755CF45FB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B4F5A8F-C98C-4135-9E70-8B8D0B6FF61F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0488590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A16036D3-A773-CE54-5589-72E3D6794AE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2144FE23-3921-3FD6-9952-66D74C9C3195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6BF2E221-85E3-A686-706E-9C0428F51623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33AE6E6B-C88F-DD4B-3F7D-347E45AD1B7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1A2EDDD-D3AA-4BC6-93A9-596AE18F7CA6}" type="datetimeFigureOut">
              <a:rPr lang="ko-KR" altLang="en-US" smtClean="0"/>
              <a:t>2026-08-07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39B1C1AD-EB9C-5F08-9EE8-5BC9817E0D5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1C62E1B9-3BD5-0822-37FF-9D89D9061CA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B4F5A8F-C98C-4135-9E70-8B8D0B6FF61F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06008268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687A765D-F655-7208-4098-D84D532A534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9F6A1681-137F-93F1-5314-9F9354290C9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63A99EEA-2AB5-CDAE-FBC2-7572CC127A99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5" name="텍스트 개체 틀 4">
            <a:extLst>
              <a:ext uri="{FF2B5EF4-FFF2-40B4-BE49-F238E27FC236}">
                <a16:creationId xmlns:a16="http://schemas.microsoft.com/office/drawing/2014/main" id="{BA2E3120-4AF8-EA6A-4207-8C816D1A2225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6" name="내용 개체 틀 5">
            <a:extLst>
              <a:ext uri="{FF2B5EF4-FFF2-40B4-BE49-F238E27FC236}">
                <a16:creationId xmlns:a16="http://schemas.microsoft.com/office/drawing/2014/main" id="{934E8D1C-74CD-4D1C-BBEA-47BB4261E039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7" name="날짜 개체 틀 6">
            <a:extLst>
              <a:ext uri="{FF2B5EF4-FFF2-40B4-BE49-F238E27FC236}">
                <a16:creationId xmlns:a16="http://schemas.microsoft.com/office/drawing/2014/main" id="{18585FB8-5589-C4F5-03C3-F7C850BA236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1A2EDDD-D3AA-4BC6-93A9-596AE18F7CA6}" type="datetimeFigureOut">
              <a:rPr lang="ko-KR" altLang="en-US" smtClean="0"/>
              <a:t>2026-08-07</a:t>
            </a:fld>
            <a:endParaRPr lang="ko-KR" altLang="en-US"/>
          </a:p>
        </p:txBody>
      </p:sp>
      <p:sp>
        <p:nvSpPr>
          <p:cNvPr id="8" name="바닥글 개체 틀 7">
            <a:extLst>
              <a:ext uri="{FF2B5EF4-FFF2-40B4-BE49-F238E27FC236}">
                <a16:creationId xmlns:a16="http://schemas.microsoft.com/office/drawing/2014/main" id="{36AB4492-A022-47BF-9956-BB6C41218BE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9" name="슬라이드 번호 개체 틀 8">
            <a:extLst>
              <a:ext uri="{FF2B5EF4-FFF2-40B4-BE49-F238E27FC236}">
                <a16:creationId xmlns:a16="http://schemas.microsoft.com/office/drawing/2014/main" id="{AF5413CE-83D7-429F-F4AB-21A3A5D37CC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B4F5A8F-C98C-4135-9E70-8B8D0B6FF61F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62062014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3A3FB24A-559D-69D8-00BD-A9B10D69B08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날짜 개체 틀 2">
            <a:extLst>
              <a:ext uri="{FF2B5EF4-FFF2-40B4-BE49-F238E27FC236}">
                <a16:creationId xmlns:a16="http://schemas.microsoft.com/office/drawing/2014/main" id="{95528AC7-0CFC-69F4-8366-755111122E2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1A2EDDD-D3AA-4BC6-93A9-596AE18F7CA6}" type="datetimeFigureOut">
              <a:rPr lang="ko-KR" altLang="en-US" smtClean="0"/>
              <a:t>2026-08-07</a:t>
            </a:fld>
            <a:endParaRPr lang="ko-KR" altLang="en-US"/>
          </a:p>
        </p:txBody>
      </p:sp>
      <p:sp>
        <p:nvSpPr>
          <p:cNvPr id="4" name="바닥글 개체 틀 3">
            <a:extLst>
              <a:ext uri="{FF2B5EF4-FFF2-40B4-BE49-F238E27FC236}">
                <a16:creationId xmlns:a16="http://schemas.microsoft.com/office/drawing/2014/main" id="{6A66777B-D1E0-6656-28A1-105D481EBDE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0F184731-BEF6-A847-DC93-B6FCD5E6B8D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B4F5A8F-C98C-4135-9E70-8B8D0B6FF61F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87879791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날짜 개체 틀 1">
            <a:extLst>
              <a:ext uri="{FF2B5EF4-FFF2-40B4-BE49-F238E27FC236}">
                <a16:creationId xmlns:a16="http://schemas.microsoft.com/office/drawing/2014/main" id="{20189251-FBEB-9F77-A049-58435ED3B9A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1A2EDDD-D3AA-4BC6-93A9-596AE18F7CA6}" type="datetimeFigureOut">
              <a:rPr lang="ko-KR" altLang="en-US" smtClean="0"/>
              <a:t>2026-08-07</a:t>
            </a:fld>
            <a:endParaRPr lang="ko-KR" altLang="en-US"/>
          </a:p>
        </p:txBody>
      </p:sp>
      <p:sp>
        <p:nvSpPr>
          <p:cNvPr id="3" name="바닥글 개체 틀 2">
            <a:extLst>
              <a:ext uri="{FF2B5EF4-FFF2-40B4-BE49-F238E27FC236}">
                <a16:creationId xmlns:a16="http://schemas.microsoft.com/office/drawing/2014/main" id="{FCC1F338-151C-80E4-9111-AB61E678591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13368AD7-3C02-D8EA-0073-68E75AB5733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B4F5A8F-C98C-4135-9E70-8B8D0B6FF61F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30738280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0C3DC496-B6A8-0F8B-E6E5-02D88A24569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3A20080C-D310-E110-EF68-B409705D758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F6DE04D1-6DA9-5634-79C6-423CE1351B64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47C76B44-7BA0-3197-3344-9CAB9C30377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1A2EDDD-D3AA-4BC6-93A9-596AE18F7CA6}" type="datetimeFigureOut">
              <a:rPr lang="ko-KR" altLang="en-US" smtClean="0"/>
              <a:t>2026-08-07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CF54AFB9-EF01-B254-FF63-DA1BB8B7000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B072B8DB-7689-8CE2-0457-5EAC2D2B324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B4F5A8F-C98C-4135-9E70-8B8D0B6FF61F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47609446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FE2E2700-0C5B-2D6E-3085-A143493B016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그림 개체 틀 2">
            <a:extLst>
              <a:ext uri="{FF2B5EF4-FFF2-40B4-BE49-F238E27FC236}">
                <a16:creationId xmlns:a16="http://schemas.microsoft.com/office/drawing/2014/main" id="{573A0A7A-B3CF-6C17-7627-F14334E88FF7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ko-KR" altLang="en-US"/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96349A48-1ECE-2952-A1E5-73B55E3D9FA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6D997232-7E2B-605A-E8D1-12DCA5508DC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1A2EDDD-D3AA-4BC6-93A9-596AE18F7CA6}" type="datetimeFigureOut">
              <a:rPr lang="ko-KR" altLang="en-US" smtClean="0"/>
              <a:t>2026-08-07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FC6B3B62-F267-162E-E14B-C3781296C7F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5EF5BB84-4D39-5162-2FDC-114D28FC956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B4F5A8F-C98C-4135-9E70-8B8D0B6FF61F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29862838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2EDF32C4-9B7D-3E64-5774-77220CCE47F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>
            <a:extLst>
              <a:ext uri="{FF2B5EF4-FFF2-40B4-BE49-F238E27FC236}">
                <a16:creationId xmlns:a16="http://schemas.microsoft.com/office/drawing/2014/main" id="{C884A7BF-16C1-ABFA-F162-B373ADCFEA33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DCC4A95B-27E4-CC14-90FC-7547CDB8DAD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1A2EDDD-D3AA-4BC6-93A9-596AE18F7CA6}" type="datetimeFigureOut">
              <a:rPr lang="ko-KR" altLang="en-US" smtClean="0"/>
              <a:t>2026-08-07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6DCCFC9E-5B52-624E-6C5D-094273B3DB3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C8E48AE6-122E-A9FA-2060-13B7F1294F1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B4F5A8F-C98C-4135-9E70-8B8D0B6FF61F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72142722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세로 제목 1">
            <a:extLst>
              <a:ext uri="{FF2B5EF4-FFF2-40B4-BE49-F238E27FC236}">
                <a16:creationId xmlns:a16="http://schemas.microsoft.com/office/drawing/2014/main" id="{1DF3D77F-08B5-CD89-4893-702898A8BFDE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>
            <a:extLst>
              <a:ext uri="{FF2B5EF4-FFF2-40B4-BE49-F238E27FC236}">
                <a16:creationId xmlns:a16="http://schemas.microsoft.com/office/drawing/2014/main" id="{37FABC09-76D9-B2DC-02E5-9B52F0D63F07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2B8BED2C-4C07-54C7-68A1-8D3DC54BD4F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1A2EDDD-D3AA-4BC6-93A9-596AE18F7CA6}" type="datetimeFigureOut">
              <a:rPr lang="ko-KR" altLang="en-US" smtClean="0"/>
              <a:t>2026-08-07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010AD890-3E29-07FD-74F6-23299818FD6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8A004BFD-6F5A-8DA4-8B84-985760B2B85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B4F5A8F-C98C-4135-9E70-8B8D0B6FF61F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74092275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개체 틀 1">
            <a:extLst>
              <a:ext uri="{FF2B5EF4-FFF2-40B4-BE49-F238E27FC236}">
                <a16:creationId xmlns:a16="http://schemas.microsoft.com/office/drawing/2014/main" id="{E1B3D7B4-62F4-730D-9050-710C597F469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0033DE64-C842-5D04-6654-D64C55438A7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53B8F6B6-D70A-C78B-1D82-C663A1A09D99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11A2EDDD-D3AA-4BC6-93A9-596AE18F7CA6}" type="datetimeFigureOut">
              <a:rPr lang="ko-KR" altLang="en-US" smtClean="0"/>
              <a:t>2026-08-07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4E229E93-902C-6929-02E3-DFBCCB5EE99F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ED49BB03-D07F-3238-D78F-FED2EF30945F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7B4F5A8F-C98C-4135-9E70-8B8D0B6FF61F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58684643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1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1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사각형: 둥근 모서리 1">
            <a:extLst>
              <a:ext uri="{FF2B5EF4-FFF2-40B4-BE49-F238E27FC236}">
                <a16:creationId xmlns:a16="http://schemas.microsoft.com/office/drawing/2014/main" id="{4BCA8795-9E0E-E677-1A72-712222ED3210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oundRect">
            <a:avLst/>
          </a:prstGeom>
          <a:solidFill>
            <a:srgbClr val="00205B"/>
          </a:solidFill>
          <a:ln w="12700">
            <a:solidFill>
              <a:srgbClr val="00205B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3" name="사각형: 둥근 모서리 2">
            <a:extLst>
              <a:ext uri="{FF2B5EF4-FFF2-40B4-BE49-F238E27FC236}">
                <a16:creationId xmlns:a16="http://schemas.microsoft.com/office/drawing/2014/main" id="{45615646-547F-359D-36AF-1B8E47719ED6}"/>
              </a:ext>
            </a:extLst>
          </p:cNvPr>
          <p:cNvSpPr/>
          <p:nvPr/>
        </p:nvSpPr>
        <p:spPr>
          <a:xfrm>
            <a:off x="533400" y="609600"/>
            <a:ext cx="101600" cy="990600"/>
          </a:xfrm>
          <a:prstGeom prst="roundRect">
            <a:avLst/>
          </a:prstGeom>
          <a:solidFill>
            <a:srgbClr val="FF9E1B"/>
          </a:solidFill>
          <a:ln w="12700">
            <a:solidFill>
              <a:srgbClr val="FF9E1B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32FBE4A5-0A14-2701-AAB0-FD033FA2D9BD}"/>
              </a:ext>
            </a:extLst>
          </p:cNvPr>
          <p:cNvSpPr txBox="1"/>
          <p:nvPr/>
        </p:nvSpPr>
        <p:spPr>
          <a:xfrm>
            <a:off x="914400" y="660400"/>
            <a:ext cx="3810000" cy="276999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en-US" altLang="ko-KR" sz="1300" b="1">
                <a:solidFill>
                  <a:srgbClr val="FF9E1B"/>
                </a:solidFill>
                <a:latin typeface="Malgun Gothic" panose="020B0503020000020004" pitchFamily="50" charset="-127"/>
                <a:ea typeface="Malgun Gothic" panose="020B0503020000020004" pitchFamily="50" charset="-127"/>
              </a:rPr>
              <a:t>HI RISK STUDIO</a:t>
            </a:r>
            <a:endParaRPr lang="ko-KR" altLang="en-US" sz="1300" b="1">
              <a:solidFill>
                <a:srgbClr val="FF9E1B"/>
              </a:solidFill>
              <a:latin typeface="Malgun Gothic" panose="020B0503020000020004" pitchFamily="50" charset="-127"/>
              <a:ea typeface="Malgun Gothic" panose="020B0503020000020004" pitchFamily="50" charset="-127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669D4E77-00CB-0ABD-5AC0-EA9A34C32652}"/>
              </a:ext>
            </a:extLst>
          </p:cNvPr>
          <p:cNvSpPr txBox="1"/>
          <p:nvPr/>
        </p:nvSpPr>
        <p:spPr>
          <a:xfrm>
            <a:off x="914400" y="1219200"/>
            <a:ext cx="8255000" cy="276999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ko-KR" altLang="en-US" sz="4000" b="1">
                <a:solidFill>
                  <a:srgbClr val="FFFFFF"/>
                </a:solidFill>
                <a:latin typeface="Malgun Gothic" panose="020B0503020000020004" pitchFamily="50" charset="-127"/>
                <a:ea typeface="Malgun Gothic" panose="020B0503020000020004" pitchFamily="50" charset="-127"/>
              </a:rPr>
              <a:t>위험 탐색 탭
사용설명서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1316AC7E-C3E0-DEB9-DF5B-58821BFBAED3}"/>
              </a:ext>
            </a:extLst>
          </p:cNvPr>
          <p:cNvSpPr txBox="1"/>
          <p:nvPr/>
        </p:nvSpPr>
        <p:spPr>
          <a:xfrm>
            <a:off x="939800" y="2857500"/>
            <a:ext cx="7239000" cy="276999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ko-KR" altLang="en-US">
                <a:solidFill>
                  <a:srgbClr val="D5E2F7"/>
                </a:solidFill>
                <a:latin typeface="Malgun Gothic" panose="020B0503020000020004" pitchFamily="50" charset="-127"/>
                <a:ea typeface="Malgun Gothic" panose="020B0503020000020004" pitchFamily="50" charset="-127"/>
              </a:rPr>
              <a:t>새로운 위험 신호를 후보로 정리하고
우선 검토 대상을 고르는 방법</a:t>
            </a:r>
          </a:p>
        </p:txBody>
      </p:sp>
      <p:sp>
        <p:nvSpPr>
          <p:cNvPr id="7" name="사각형: 둥근 모서리 6">
            <a:extLst>
              <a:ext uri="{FF2B5EF4-FFF2-40B4-BE49-F238E27FC236}">
                <a16:creationId xmlns:a16="http://schemas.microsoft.com/office/drawing/2014/main" id="{670FC6CF-F774-130A-2BAA-88849BA7F576}"/>
              </a:ext>
            </a:extLst>
          </p:cNvPr>
          <p:cNvSpPr/>
          <p:nvPr/>
        </p:nvSpPr>
        <p:spPr>
          <a:xfrm>
            <a:off x="914400" y="4279900"/>
            <a:ext cx="3048000" cy="863600"/>
          </a:xfrm>
          <a:prstGeom prst="roundRect">
            <a:avLst/>
          </a:prstGeom>
          <a:solidFill>
            <a:srgbClr val="133770"/>
          </a:solidFill>
          <a:ln w="12700">
            <a:solidFill>
              <a:srgbClr val="4468A4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D615DF22-398D-2481-C36C-85888ABDC8B9}"/>
              </a:ext>
            </a:extLst>
          </p:cNvPr>
          <p:cNvSpPr txBox="1"/>
          <p:nvPr/>
        </p:nvSpPr>
        <p:spPr>
          <a:xfrm>
            <a:off x="1143000" y="4483100"/>
            <a:ext cx="952500" cy="276999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en-US" altLang="ko-KR" sz="1000" b="1">
                <a:solidFill>
                  <a:srgbClr val="FF9E1B"/>
                </a:solidFill>
                <a:latin typeface="Malgun Gothic" panose="020B0503020000020004" pitchFamily="50" charset="-127"/>
                <a:ea typeface="Malgun Gothic" panose="020B0503020000020004" pitchFamily="50" charset="-127"/>
              </a:rPr>
              <a:t>AUDIENCE</a:t>
            </a:r>
            <a:endParaRPr lang="ko-KR" altLang="en-US" sz="1000" b="1">
              <a:solidFill>
                <a:srgbClr val="FF9E1B"/>
              </a:solidFill>
              <a:latin typeface="Malgun Gothic" panose="020B0503020000020004" pitchFamily="50" charset="-127"/>
              <a:ea typeface="Malgun Gothic" panose="020B0503020000020004" pitchFamily="50" charset="-127"/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427DCE2E-B500-CCD5-CF99-83F7CD686D47}"/>
              </a:ext>
            </a:extLst>
          </p:cNvPr>
          <p:cNvSpPr txBox="1"/>
          <p:nvPr/>
        </p:nvSpPr>
        <p:spPr>
          <a:xfrm>
            <a:off x="1143000" y="4787900"/>
            <a:ext cx="2413000" cy="276999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en-US" altLang="ko-KR" sz="1300" b="1">
                <a:solidFill>
                  <a:srgbClr val="FFFFFF"/>
                </a:solidFill>
                <a:latin typeface="Malgun Gothic" panose="020B0503020000020004" pitchFamily="50" charset="-127"/>
                <a:ea typeface="Malgun Gothic" panose="020B0503020000020004" pitchFamily="50" charset="-127"/>
              </a:rPr>
              <a:t>NON-TECH USERS</a:t>
            </a:r>
            <a:endParaRPr lang="ko-KR" altLang="en-US" sz="1300" b="1">
              <a:solidFill>
                <a:srgbClr val="FFFFFF"/>
              </a:solidFill>
              <a:latin typeface="Malgun Gothic" panose="020B0503020000020004" pitchFamily="50" charset="-127"/>
              <a:ea typeface="Malgun Gothic" panose="020B0503020000020004" pitchFamily="50" charset="-127"/>
            </a:endParaRPr>
          </a:p>
        </p:txBody>
      </p:sp>
      <p:sp>
        <p:nvSpPr>
          <p:cNvPr id="10" name="사각형: 둥근 모서리 9">
            <a:extLst>
              <a:ext uri="{FF2B5EF4-FFF2-40B4-BE49-F238E27FC236}">
                <a16:creationId xmlns:a16="http://schemas.microsoft.com/office/drawing/2014/main" id="{9315F145-B9F3-EF6F-318B-656F31EA54B3}"/>
              </a:ext>
            </a:extLst>
          </p:cNvPr>
          <p:cNvSpPr/>
          <p:nvPr/>
        </p:nvSpPr>
        <p:spPr>
          <a:xfrm>
            <a:off x="4191000" y="4279900"/>
            <a:ext cx="3048000" cy="863600"/>
          </a:xfrm>
          <a:prstGeom prst="roundRect">
            <a:avLst/>
          </a:prstGeom>
          <a:solidFill>
            <a:srgbClr val="133770"/>
          </a:solidFill>
          <a:ln w="12700">
            <a:solidFill>
              <a:srgbClr val="4468A4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774CAB0E-38BA-2483-074F-452C51DC62CE}"/>
              </a:ext>
            </a:extLst>
          </p:cNvPr>
          <p:cNvSpPr txBox="1"/>
          <p:nvPr/>
        </p:nvSpPr>
        <p:spPr>
          <a:xfrm>
            <a:off x="4419600" y="4483100"/>
            <a:ext cx="952500" cy="276999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en-US" altLang="ko-KR" sz="1000" b="1">
                <a:solidFill>
                  <a:srgbClr val="FF9E1B"/>
                </a:solidFill>
                <a:latin typeface="Malgun Gothic" panose="020B0503020000020004" pitchFamily="50" charset="-127"/>
                <a:ea typeface="Malgun Gothic" panose="020B0503020000020004" pitchFamily="50" charset="-127"/>
              </a:rPr>
              <a:t>READ TIME</a:t>
            </a:r>
            <a:endParaRPr lang="ko-KR" altLang="en-US" sz="1000" b="1">
              <a:solidFill>
                <a:srgbClr val="FF9E1B"/>
              </a:solidFill>
              <a:latin typeface="Malgun Gothic" panose="020B0503020000020004" pitchFamily="50" charset="-127"/>
              <a:ea typeface="Malgun Gothic" panose="020B0503020000020004" pitchFamily="50" charset="-127"/>
            </a:endParaRP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D6269926-A2AD-4CEE-8F0A-41AB4299FA0B}"/>
              </a:ext>
            </a:extLst>
          </p:cNvPr>
          <p:cNvSpPr txBox="1"/>
          <p:nvPr/>
        </p:nvSpPr>
        <p:spPr>
          <a:xfrm>
            <a:off x="4419600" y="4787900"/>
            <a:ext cx="2413000" cy="276999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en-US" altLang="ko-KR" sz="1300" b="1">
                <a:solidFill>
                  <a:srgbClr val="FFFFFF"/>
                </a:solidFill>
                <a:latin typeface="Malgun Gothic" panose="020B0503020000020004" pitchFamily="50" charset="-127"/>
                <a:ea typeface="Malgun Gothic" panose="020B0503020000020004" pitchFamily="50" charset="-127"/>
              </a:rPr>
              <a:t>ABOUT 10 MIN</a:t>
            </a:r>
            <a:endParaRPr lang="ko-KR" altLang="en-US" sz="1300" b="1">
              <a:solidFill>
                <a:srgbClr val="FFFFFF"/>
              </a:solidFill>
              <a:latin typeface="Malgun Gothic" panose="020B0503020000020004" pitchFamily="50" charset="-127"/>
              <a:ea typeface="Malgun Gothic" panose="020B0503020000020004" pitchFamily="50" charset="-127"/>
            </a:endParaRP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F0D7F5BC-07F8-C5A9-FD7F-C0F4DBF47F56}"/>
              </a:ext>
            </a:extLst>
          </p:cNvPr>
          <p:cNvSpPr txBox="1"/>
          <p:nvPr/>
        </p:nvSpPr>
        <p:spPr>
          <a:xfrm>
            <a:off x="914400" y="6032500"/>
            <a:ext cx="6350000" cy="276999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ko-KR" altLang="en-US" sz="1000">
                <a:solidFill>
                  <a:srgbClr val="ADC2DE"/>
                </a:solidFill>
                <a:latin typeface="Malgun Gothic" panose="020B0503020000020004" pitchFamily="50" charset="-127"/>
                <a:ea typeface="Malgun Gothic" panose="020B0503020000020004" pitchFamily="50" charset="-127"/>
              </a:rPr>
              <a:t>초안 </a:t>
            </a:r>
            <a:r>
              <a:rPr lang="en-US" altLang="ko-KR" sz="1000">
                <a:solidFill>
                  <a:srgbClr val="ADC2DE"/>
                </a:solidFill>
                <a:latin typeface="Malgun Gothic" panose="020B0503020000020004" pitchFamily="50" charset="-127"/>
                <a:ea typeface="Malgun Gothic" panose="020B0503020000020004" pitchFamily="50" charset="-127"/>
              </a:rPr>
              <a:t>· </a:t>
            </a:r>
            <a:r>
              <a:rPr lang="ko-KR" altLang="en-US" sz="1000">
                <a:solidFill>
                  <a:srgbClr val="ADC2DE"/>
                </a:solidFill>
                <a:latin typeface="Malgun Gothic" panose="020B0503020000020004" pitchFamily="50" charset="-127"/>
                <a:ea typeface="Malgun Gothic" panose="020B0503020000020004" pitchFamily="50" charset="-127"/>
              </a:rPr>
              <a:t>실제 수치와 상품 판단은 별도 검증 필요</a:t>
            </a:r>
          </a:p>
        </p:txBody>
      </p:sp>
    </p:spTree>
    <p:extLst>
      <p:ext uri="{BB962C8B-B14F-4D97-AF65-F5344CB8AC3E}">
        <p14:creationId xmlns:p14="http://schemas.microsoft.com/office/powerpoint/2010/main" val="261112246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6D03EFE7-1A75-3C83-DEE8-8E1F271FB6AB}"/>
              </a:ext>
            </a:extLst>
          </p:cNvPr>
          <p:cNvSpPr txBox="1"/>
          <p:nvPr/>
        </p:nvSpPr>
        <p:spPr>
          <a:xfrm>
            <a:off x="533400" y="355600"/>
            <a:ext cx="533400" cy="276999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en-US" altLang="ko-KR" sz="1300" b="1">
                <a:solidFill>
                  <a:srgbClr val="2869E6"/>
                </a:solidFill>
                <a:latin typeface="Malgun Gothic" panose="020B0503020000020004" pitchFamily="50" charset="-127"/>
                <a:ea typeface="Malgun Gothic" panose="020B0503020000020004" pitchFamily="50" charset="-127"/>
              </a:rPr>
              <a:t>02</a:t>
            </a:r>
            <a:endParaRPr lang="ko-KR" altLang="en-US" sz="1300" b="1">
              <a:solidFill>
                <a:srgbClr val="2869E6"/>
              </a:solidFill>
              <a:latin typeface="Malgun Gothic" panose="020B0503020000020004" pitchFamily="50" charset="-127"/>
              <a:ea typeface="Malgun Gothic" panose="020B0503020000020004" pitchFamily="50" charset="-127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A227CBD5-DB7A-3FC5-907F-0A6017AC2E2F}"/>
              </a:ext>
            </a:extLst>
          </p:cNvPr>
          <p:cNvSpPr txBox="1"/>
          <p:nvPr/>
        </p:nvSpPr>
        <p:spPr>
          <a:xfrm>
            <a:off x="1168400" y="393700"/>
            <a:ext cx="3810000" cy="276999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en-US" altLang="ko-KR" sz="900" b="1">
                <a:solidFill>
                  <a:srgbClr val="2869E6"/>
                </a:solidFill>
                <a:latin typeface="Malgun Gothic" panose="020B0503020000020004" pitchFamily="50" charset="-127"/>
                <a:ea typeface="Malgun Gothic" panose="020B0503020000020004" pitchFamily="50" charset="-127"/>
              </a:rPr>
              <a:t>RISK EXPLORATION</a:t>
            </a:r>
            <a:endParaRPr lang="ko-KR" altLang="en-US" sz="900" b="1">
              <a:solidFill>
                <a:srgbClr val="2869E6"/>
              </a:solidFill>
              <a:latin typeface="Malgun Gothic" panose="020B0503020000020004" pitchFamily="50" charset="-127"/>
              <a:ea typeface="Malgun Gothic" panose="020B0503020000020004" pitchFamily="50" charset="-127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E7E6A77A-EF0D-117A-015B-F8927D691ED8}"/>
              </a:ext>
            </a:extLst>
          </p:cNvPr>
          <p:cNvSpPr txBox="1"/>
          <p:nvPr/>
        </p:nvSpPr>
        <p:spPr>
          <a:xfrm>
            <a:off x="533400" y="800100"/>
            <a:ext cx="10668000" cy="276999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ko-KR" altLang="en-US" sz="2600" b="1">
                <a:solidFill>
                  <a:srgbClr val="13233D"/>
                </a:solidFill>
                <a:latin typeface="Malgun Gothic" panose="020B0503020000020004" pitchFamily="50" charset="-127"/>
                <a:ea typeface="Malgun Gothic" panose="020B0503020000020004" pitchFamily="50" charset="-127"/>
              </a:rPr>
              <a:t>이 화면에서 하는 일</a:t>
            </a:r>
          </a:p>
        </p:txBody>
      </p:sp>
      <p:cxnSp>
        <p:nvCxnSpPr>
          <p:cNvPr id="5" name="직선 연결선 4">
            <a:extLst>
              <a:ext uri="{FF2B5EF4-FFF2-40B4-BE49-F238E27FC236}">
                <a16:creationId xmlns:a16="http://schemas.microsoft.com/office/drawing/2014/main" id="{DF06E2C6-2156-7917-3CEF-4F940D0B7497}"/>
              </a:ext>
            </a:extLst>
          </p:cNvPr>
          <p:cNvCxnSpPr/>
          <p:nvPr/>
        </p:nvCxnSpPr>
        <p:spPr>
          <a:xfrm>
            <a:off x="533400" y="1422400"/>
            <a:ext cx="11125200" cy="0"/>
          </a:xfrm>
          <a:prstGeom prst="line">
            <a:avLst/>
          </a:prstGeom>
          <a:ln w="12700">
            <a:solidFill>
              <a:srgbClr val="D6E1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>
            <a:extLst>
              <a:ext uri="{FF2B5EF4-FFF2-40B4-BE49-F238E27FC236}">
                <a16:creationId xmlns:a16="http://schemas.microsoft.com/office/drawing/2014/main" id="{7975D759-5E51-28B1-DD2E-BBFB86AB34A2}"/>
              </a:ext>
            </a:extLst>
          </p:cNvPr>
          <p:cNvSpPr txBox="1"/>
          <p:nvPr/>
        </p:nvSpPr>
        <p:spPr>
          <a:xfrm>
            <a:off x="533400" y="1676400"/>
            <a:ext cx="10795000" cy="276999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ko-KR" altLang="en-US" sz="1600" b="1">
                <a:solidFill>
                  <a:srgbClr val="13233D"/>
                </a:solidFill>
                <a:latin typeface="Malgun Gothic" panose="020B0503020000020004" pitchFamily="50" charset="-127"/>
                <a:ea typeface="Malgun Gothic" panose="020B0503020000020004" pitchFamily="50" charset="-127"/>
              </a:rPr>
              <a:t>위험 탐색은 “새로운 위험을 발견한 뒤</a:t>
            </a:r>
            <a:r>
              <a:rPr lang="en-US" altLang="ko-KR" sz="1600" b="1">
                <a:solidFill>
                  <a:srgbClr val="13233D"/>
                </a:solidFill>
                <a:latin typeface="Malgun Gothic" panose="020B0503020000020004" pitchFamily="50" charset="-127"/>
                <a:ea typeface="Malgun Gothic" panose="020B0503020000020004" pitchFamily="50" charset="-127"/>
              </a:rPr>
              <a:t>, </a:t>
            </a:r>
            <a:r>
              <a:rPr lang="ko-KR" altLang="en-US" sz="1600" b="1">
                <a:solidFill>
                  <a:srgbClr val="13233D"/>
                </a:solidFill>
                <a:latin typeface="Malgun Gothic" panose="020B0503020000020004" pitchFamily="50" charset="-127"/>
                <a:ea typeface="Malgun Gothic" panose="020B0503020000020004" pitchFamily="50" charset="-127"/>
              </a:rPr>
              <a:t>무엇부터 자세히 볼지” 정하는 화면입니다</a:t>
            </a:r>
            <a:r>
              <a:rPr lang="en-US" altLang="ko-KR" sz="1600" b="1">
                <a:solidFill>
                  <a:srgbClr val="13233D"/>
                </a:solidFill>
                <a:latin typeface="Malgun Gothic" panose="020B0503020000020004" pitchFamily="50" charset="-127"/>
                <a:ea typeface="Malgun Gothic" panose="020B0503020000020004" pitchFamily="50" charset="-127"/>
              </a:rPr>
              <a:t>.</a:t>
            </a:r>
            <a:endParaRPr lang="ko-KR" altLang="en-US" sz="1600" b="1">
              <a:solidFill>
                <a:srgbClr val="13233D"/>
              </a:solidFill>
              <a:latin typeface="Malgun Gothic" panose="020B0503020000020004" pitchFamily="50" charset="-127"/>
              <a:ea typeface="Malgun Gothic" panose="020B0503020000020004" pitchFamily="50" charset="-127"/>
            </a:endParaRPr>
          </a:p>
        </p:txBody>
      </p:sp>
      <p:sp>
        <p:nvSpPr>
          <p:cNvPr id="7" name="사각형: 둥근 모서리 6">
            <a:extLst>
              <a:ext uri="{FF2B5EF4-FFF2-40B4-BE49-F238E27FC236}">
                <a16:creationId xmlns:a16="http://schemas.microsoft.com/office/drawing/2014/main" id="{A1FD29C0-3D9A-6E8B-F81E-5013C856D6FD}"/>
              </a:ext>
            </a:extLst>
          </p:cNvPr>
          <p:cNvSpPr/>
          <p:nvPr/>
        </p:nvSpPr>
        <p:spPr>
          <a:xfrm>
            <a:off x="533400" y="2387600"/>
            <a:ext cx="3429000" cy="2286000"/>
          </a:xfrm>
          <a:prstGeom prst="roundRect">
            <a:avLst/>
          </a:prstGeom>
          <a:solidFill>
            <a:srgbClr val="EDF5FF"/>
          </a:solidFill>
          <a:ln w="12700">
            <a:solidFill>
              <a:srgbClr val="D6E1F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8" name="사각형: 둥근 모서리 7">
            <a:extLst>
              <a:ext uri="{FF2B5EF4-FFF2-40B4-BE49-F238E27FC236}">
                <a16:creationId xmlns:a16="http://schemas.microsoft.com/office/drawing/2014/main" id="{F87E5B86-319E-9732-6511-0E9AB4959157}"/>
              </a:ext>
            </a:extLst>
          </p:cNvPr>
          <p:cNvSpPr/>
          <p:nvPr/>
        </p:nvSpPr>
        <p:spPr>
          <a:xfrm>
            <a:off x="533400" y="2387600"/>
            <a:ext cx="63500" cy="2286000"/>
          </a:xfrm>
          <a:prstGeom prst="roundRect">
            <a:avLst/>
          </a:prstGeom>
          <a:solidFill>
            <a:srgbClr val="2869E6"/>
          </a:solidFill>
          <a:ln w="12700">
            <a:solidFill>
              <a:srgbClr val="2869E6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835D7153-8C63-B518-BDBB-EDDB2CEDBBBD}"/>
              </a:ext>
            </a:extLst>
          </p:cNvPr>
          <p:cNvSpPr txBox="1"/>
          <p:nvPr/>
        </p:nvSpPr>
        <p:spPr>
          <a:xfrm>
            <a:off x="762000" y="2590800"/>
            <a:ext cx="2997200" cy="276999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en-US" altLang="ko-KR" sz="1600" b="1">
                <a:solidFill>
                  <a:srgbClr val="13233D"/>
                </a:solidFill>
                <a:latin typeface="Malgun Gothic" panose="020B0503020000020004" pitchFamily="50" charset="-127"/>
                <a:ea typeface="Malgun Gothic" panose="020B0503020000020004" pitchFamily="50" charset="-127"/>
              </a:rPr>
              <a:t>1. </a:t>
            </a:r>
            <a:r>
              <a:rPr lang="ko-KR" altLang="en-US" sz="1600" b="1">
                <a:solidFill>
                  <a:srgbClr val="13233D"/>
                </a:solidFill>
                <a:latin typeface="Malgun Gothic" panose="020B0503020000020004" pitchFamily="50" charset="-127"/>
                <a:ea typeface="Malgun Gothic" panose="020B0503020000020004" pitchFamily="50" charset="-127"/>
              </a:rPr>
              <a:t>발견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43A38A4A-4AA1-254C-EF21-85B56E7D20D6}"/>
              </a:ext>
            </a:extLst>
          </p:cNvPr>
          <p:cNvSpPr txBox="1"/>
          <p:nvPr/>
        </p:nvSpPr>
        <p:spPr>
          <a:xfrm>
            <a:off x="762000" y="3009900"/>
            <a:ext cx="2997200" cy="276999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ko-KR" altLang="en-US" sz="1200">
                <a:solidFill>
                  <a:srgbClr val="5B6F8C"/>
                </a:solidFill>
                <a:latin typeface="Malgun Gothic" panose="020B0503020000020004" pitchFamily="50" charset="-127"/>
                <a:ea typeface="Malgun Gothic" panose="020B0503020000020004" pitchFamily="50" charset="-127"/>
              </a:rPr>
              <a:t>뉴스</a:t>
            </a:r>
            <a:r>
              <a:rPr lang="en-US" altLang="ko-KR" sz="1200">
                <a:solidFill>
                  <a:srgbClr val="5B6F8C"/>
                </a:solidFill>
                <a:latin typeface="Malgun Gothic" panose="020B0503020000020004" pitchFamily="50" charset="-127"/>
                <a:ea typeface="Malgun Gothic" panose="020B0503020000020004" pitchFamily="50" charset="-127"/>
              </a:rPr>
              <a:t>·</a:t>
            </a:r>
            <a:r>
              <a:rPr lang="ko-KR" altLang="en-US" sz="1200">
                <a:solidFill>
                  <a:srgbClr val="5B6F8C"/>
                </a:solidFill>
                <a:latin typeface="Malgun Gothic" panose="020B0503020000020004" pitchFamily="50" charset="-127"/>
                <a:ea typeface="Malgun Gothic" panose="020B0503020000020004" pitchFamily="50" charset="-127"/>
              </a:rPr>
              <a:t>연구자료</a:t>
            </a:r>
            <a:r>
              <a:rPr lang="en-US" altLang="ko-KR" sz="1200">
                <a:solidFill>
                  <a:srgbClr val="5B6F8C"/>
                </a:solidFill>
                <a:latin typeface="Malgun Gothic" panose="020B0503020000020004" pitchFamily="50" charset="-127"/>
                <a:ea typeface="Malgun Gothic" panose="020B0503020000020004" pitchFamily="50" charset="-127"/>
              </a:rPr>
              <a:t>·</a:t>
            </a:r>
            <a:r>
              <a:rPr lang="ko-KR" altLang="en-US" sz="1200">
                <a:solidFill>
                  <a:srgbClr val="5B6F8C"/>
                </a:solidFill>
                <a:latin typeface="Malgun Gothic" panose="020B0503020000020004" pitchFamily="50" charset="-127"/>
                <a:ea typeface="Malgun Gothic" panose="020B0503020000020004" pitchFamily="50" charset="-127"/>
              </a:rPr>
              <a:t>법령 변화에서
새로운 위험 신호를 모읍니다</a:t>
            </a:r>
            <a:r>
              <a:rPr lang="en-US" altLang="ko-KR" sz="1200">
                <a:solidFill>
                  <a:srgbClr val="5B6F8C"/>
                </a:solidFill>
                <a:latin typeface="Malgun Gothic" panose="020B0503020000020004" pitchFamily="50" charset="-127"/>
                <a:ea typeface="Malgun Gothic" panose="020B0503020000020004" pitchFamily="50" charset="-127"/>
              </a:rPr>
              <a:t>.</a:t>
            </a:r>
            <a:endParaRPr lang="ko-KR" altLang="en-US" sz="1200">
              <a:solidFill>
                <a:srgbClr val="5B6F8C"/>
              </a:solidFill>
              <a:latin typeface="Malgun Gothic" panose="020B0503020000020004" pitchFamily="50" charset="-127"/>
              <a:ea typeface="Malgun Gothic" panose="020B0503020000020004" pitchFamily="50" charset="-127"/>
            </a:endParaRPr>
          </a:p>
        </p:txBody>
      </p:sp>
      <p:sp>
        <p:nvSpPr>
          <p:cNvPr id="11" name="사각형: 둥근 모서리 10">
            <a:extLst>
              <a:ext uri="{FF2B5EF4-FFF2-40B4-BE49-F238E27FC236}">
                <a16:creationId xmlns:a16="http://schemas.microsoft.com/office/drawing/2014/main" id="{6DC40396-C94E-2346-6B92-8F95090186F8}"/>
              </a:ext>
            </a:extLst>
          </p:cNvPr>
          <p:cNvSpPr/>
          <p:nvPr/>
        </p:nvSpPr>
        <p:spPr>
          <a:xfrm>
            <a:off x="4381500" y="2387600"/>
            <a:ext cx="3429000" cy="2286000"/>
          </a:xfrm>
          <a:prstGeom prst="roundRect">
            <a:avLst/>
          </a:prstGeom>
          <a:solidFill>
            <a:srgbClr val="E9F9F3"/>
          </a:solidFill>
          <a:ln w="12700">
            <a:solidFill>
              <a:srgbClr val="D6E1F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2" name="사각형: 둥근 모서리 11">
            <a:extLst>
              <a:ext uri="{FF2B5EF4-FFF2-40B4-BE49-F238E27FC236}">
                <a16:creationId xmlns:a16="http://schemas.microsoft.com/office/drawing/2014/main" id="{C3A89188-AE30-2BB2-3ECC-28F6910C98D3}"/>
              </a:ext>
            </a:extLst>
          </p:cNvPr>
          <p:cNvSpPr/>
          <p:nvPr/>
        </p:nvSpPr>
        <p:spPr>
          <a:xfrm>
            <a:off x="4381500" y="2387600"/>
            <a:ext cx="63500" cy="2286000"/>
          </a:xfrm>
          <a:prstGeom prst="roundRect">
            <a:avLst/>
          </a:prstGeom>
          <a:solidFill>
            <a:srgbClr val="148E68"/>
          </a:solidFill>
          <a:ln w="12700">
            <a:solidFill>
              <a:srgbClr val="148E6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3F3DDF73-71D8-1095-3EBA-B46C8F2EA7DB}"/>
              </a:ext>
            </a:extLst>
          </p:cNvPr>
          <p:cNvSpPr txBox="1"/>
          <p:nvPr/>
        </p:nvSpPr>
        <p:spPr>
          <a:xfrm>
            <a:off x="4610100" y="2590800"/>
            <a:ext cx="2997200" cy="276999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en-US" altLang="ko-KR" sz="1600" b="1">
                <a:solidFill>
                  <a:srgbClr val="13233D"/>
                </a:solidFill>
                <a:latin typeface="Malgun Gothic" panose="020B0503020000020004" pitchFamily="50" charset="-127"/>
                <a:ea typeface="Malgun Gothic" panose="020B0503020000020004" pitchFamily="50" charset="-127"/>
              </a:rPr>
              <a:t>2. </a:t>
            </a:r>
            <a:r>
              <a:rPr lang="ko-KR" altLang="en-US" sz="1600" b="1">
                <a:solidFill>
                  <a:srgbClr val="13233D"/>
                </a:solidFill>
                <a:latin typeface="Malgun Gothic" panose="020B0503020000020004" pitchFamily="50" charset="-127"/>
                <a:ea typeface="Malgun Gothic" panose="020B0503020000020004" pitchFamily="50" charset="-127"/>
              </a:rPr>
              <a:t>비교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0A3198B3-80B9-E9EF-0567-60F25E56CBFB}"/>
              </a:ext>
            </a:extLst>
          </p:cNvPr>
          <p:cNvSpPr txBox="1"/>
          <p:nvPr/>
        </p:nvSpPr>
        <p:spPr>
          <a:xfrm>
            <a:off x="4610100" y="3009900"/>
            <a:ext cx="2997200" cy="276999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ko-KR" altLang="en-US" sz="1200">
                <a:solidFill>
                  <a:srgbClr val="5B6F8C"/>
                </a:solidFill>
                <a:latin typeface="Malgun Gothic" panose="020B0503020000020004" pitchFamily="50" charset="-127"/>
                <a:ea typeface="Malgun Gothic" panose="020B0503020000020004" pitchFamily="50" charset="-127"/>
              </a:rPr>
              <a:t>손해</a:t>
            </a:r>
            <a:r>
              <a:rPr lang="en-US" altLang="ko-KR" sz="1200">
                <a:solidFill>
                  <a:srgbClr val="5B6F8C"/>
                </a:solidFill>
                <a:latin typeface="Malgun Gothic" panose="020B0503020000020004" pitchFamily="50" charset="-127"/>
                <a:ea typeface="Malgun Gothic" panose="020B0503020000020004" pitchFamily="50" charset="-127"/>
              </a:rPr>
              <a:t>, </a:t>
            </a:r>
            <a:r>
              <a:rPr lang="ko-KR" altLang="en-US" sz="1200">
                <a:solidFill>
                  <a:srgbClr val="5B6F8C"/>
                </a:solidFill>
                <a:latin typeface="Malgun Gothic" panose="020B0503020000020004" pitchFamily="50" charset="-127"/>
                <a:ea typeface="Malgun Gothic" panose="020B0503020000020004" pitchFamily="50" charset="-127"/>
              </a:rPr>
              <a:t>시장성</a:t>
            </a:r>
            <a:r>
              <a:rPr lang="en-US" altLang="ko-KR" sz="1200">
                <a:solidFill>
                  <a:srgbClr val="5B6F8C"/>
                </a:solidFill>
                <a:latin typeface="Malgun Gothic" panose="020B0503020000020004" pitchFamily="50" charset="-127"/>
                <a:ea typeface="Malgun Gothic" panose="020B0503020000020004" pitchFamily="50" charset="-127"/>
              </a:rPr>
              <a:t>, PML, </a:t>
            </a:r>
            <a:r>
              <a:rPr lang="ko-KR" altLang="en-US" sz="1200">
                <a:solidFill>
                  <a:srgbClr val="5B6F8C"/>
                </a:solidFill>
                <a:latin typeface="Malgun Gothic" panose="020B0503020000020004" pitchFamily="50" charset="-127"/>
                <a:ea typeface="Malgun Gothic" panose="020B0503020000020004" pitchFamily="50" charset="-127"/>
              </a:rPr>
              <a:t>법률 위험을
같은 기준으로 나란히 봅니다</a:t>
            </a:r>
            <a:r>
              <a:rPr lang="en-US" altLang="ko-KR" sz="1200">
                <a:solidFill>
                  <a:srgbClr val="5B6F8C"/>
                </a:solidFill>
                <a:latin typeface="Malgun Gothic" panose="020B0503020000020004" pitchFamily="50" charset="-127"/>
                <a:ea typeface="Malgun Gothic" panose="020B0503020000020004" pitchFamily="50" charset="-127"/>
              </a:rPr>
              <a:t>.</a:t>
            </a:r>
            <a:endParaRPr lang="ko-KR" altLang="en-US" sz="1200">
              <a:solidFill>
                <a:srgbClr val="5B6F8C"/>
              </a:solidFill>
              <a:latin typeface="Malgun Gothic" panose="020B0503020000020004" pitchFamily="50" charset="-127"/>
              <a:ea typeface="Malgun Gothic" panose="020B0503020000020004" pitchFamily="50" charset="-127"/>
            </a:endParaRPr>
          </a:p>
        </p:txBody>
      </p:sp>
      <p:sp>
        <p:nvSpPr>
          <p:cNvPr id="15" name="사각형: 둥근 모서리 14">
            <a:extLst>
              <a:ext uri="{FF2B5EF4-FFF2-40B4-BE49-F238E27FC236}">
                <a16:creationId xmlns:a16="http://schemas.microsoft.com/office/drawing/2014/main" id="{05E5CDBA-F688-B16C-3E71-186E55EE4AC1}"/>
              </a:ext>
            </a:extLst>
          </p:cNvPr>
          <p:cNvSpPr/>
          <p:nvPr/>
        </p:nvSpPr>
        <p:spPr>
          <a:xfrm>
            <a:off x="8229600" y="2387600"/>
            <a:ext cx="3429000" cy="2286000"/>
          </a:xfrm>
          <a:prstGeom prst="roundRect">
            <a:avLst/>
          </a:prstGeom>
          <a:solidFill>
            <a:srgbClr val="FFF7E8"/>
          </a:solidFill>
          <a:ln w="12700">
            <a:solidFill>
              <a:srgbClr val="D6E1F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6" name="사각형: 둥근 모서리 15">
            <a:extLst>
              <a:ext uri="{FF2B5EF4-FFF2-40B4-BE49-F238E27FC236}">
                <a16:creationId xmlns:a16="http://schemas.microsoft.com/office/drawing/2014/main" id="{3134ACAC-20C3-CEC5-3202-2ED4FE929246}"/>
              </a:ext>
            </a:extLst>
          </p:cNvPr>
          <p:cNvSpPr/>
          <p:nvPr/>
        </p:nvSpPr>
        <p:spPr>
          <a:xfrm>
            <a:off x="8229600" y="2387600"/>
            <a:ext cx="63500" cy="2286000"/>
          </a:xfrm>
          <a:prstGeom prst="roundRect">
            <a:avLst/>
          </a:prstGeom>
          <a:solidFill>
            <a:srgbClr val="FF9E1B"/>
          </a:solidFill>
          <a:ln w="12700">
            <a:solidFill>
              <a:srgbClr val="FF9E1B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E4B7C6CD-586A-B6DF-ED98-84B7DB32FBF6}"/>
              </a:ext>
            </a:extLst>
          </p:cNvPr>
          <p:cNvSpPr txBox="1"/>
          <p:nvPr/>
        </p:nvSpPr>
        <p:spPr>
          <a:xfrm>
            <a:off x="8458200" y="2590800"/>
            <a:ext cx="2997200" cy="276999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en-US" altLang="ko-KR" sz="1600" b="1">
                <a:solidFill>
                  <a:srgbClr val="13233D"/>
                </a:solidFill>
                <a:latin typeface="Malgun Gothic" panose="020B0503020000020004" pitchFamily="50" charset="-127"/>
                <a:ea typeface="Malgun Gothic" panose="020B0503020000020004" pitchFamily="50" charset="-127"/>
              </a:rPr>
              <a:t>3. </a:t>
            </a:r>
            <a:r>
              <a:rPr lang="ko-KR" altLang="en-US" sz="1600" b="1">
                <a:solidFill>
                  <a:srgbClr val="13233D"/>
                </a:solidFill>
                <a:latin typeface="Malgun Gothic" panose="020B0503020000020004" pitchFamily="50" charset="-127"/>
                <a:ea typeface="Malgun Gothic" panose="020B0503020000020004" pitchFamily="50" charset="-127"/>
              </a:rPr>
              <a:t>선택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28BFB125-A31C-2FE7-B42B-8046C4E6A1A9}"/>
              </a:ext>
            </a:extLst>
          </p:cNvPr>
          <p:cNvSpPr txBox="1"/>
          <p:nvPr/>
        </p:nvSpPr>
        <p:spPr>
          <a:xfrm>
            <a:off x="8458200" y="3009900"/>
            <a:ext cx="2997200" cy="276999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ko-KR" altLang="en-US" sz="1200">
                <a:solidFill>
                  <a:srgbClr val="5B6F8C"/>
                </a:solidFill>
                <a:latin typeface="Malgun Gothic" panose="020B0503020000020004" pitchFamily="50" charset="-127"/>
                <a:ea typeface="Malgun Gothic" panose="020B0503020000020004" pitchFamily="50" charset="-127"/>
              </a:rPr>
              <a:t>추가 확인할 후보를 고르고
위험 상세 검토로 넘깁니다</a:t>
            </a:r>
            <a:r>
              <a:rPr lang="en-US" altLang="ko-KR" sz="1200">
                <a:solidFill>
                  <a:srgbClr val="5B6F8C"/>
                </a:solidFill>
                <a:latin typeface="Malgun Gothic" panose="020B0503020000020004" pitchFamily="50" charset="-127"/>
                <a:ea typeface="Malgun Gothic" panose="020B0503020000020004" pitchFamily="50" charset="-127"/>
              </a:rPr>
              <a:t>.</a:t>
            </a:r>
            <a:endParaRPr lang="ko-KR" altLang="en-US" sz="1200">
              <a:solidFill>
                <a:srgbClr val="5B6F8C"/>
              </a:solidFill>
              <a:latin typeface="Malgun Gothic" panose="020B0503020000020004" pitchFamily="50" charset="-127"/>
              <a:ea typeface="Malgun Gothic" panose="020B0503020000020004" pitchFamily="50" charset="-127"/>
            </a:endParaRP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8635958F-703A-A958-40D7-B2A16B841C15}"/>
              </a:ext>
            </a:extLst>
          </p:cNvPr>
          <p:cNvSpPr txBox="1"/>
          <p:nvPr/>
        </p:nvSpPr>
        <p:spPr>
          <a:xfrm>
            <a:off x="533400" y="5257800"/>
            <a:ext cx="10795000" cy="276999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ko-KR" altLang="en-US" sz="1400" b="1">
                <a:solidFill>
                  <a:srgbClr val="C4393F"/>
                </a:solidFill>
                <a:latin typeface="Malgun Gothic" panose="020B0503020000020004" pitchFamily="50" charset="-127"/>
                <a:ea typeface="Malgun Gothic" panose="020B0503020000020004" pitchFamily="50" charset="-127"/>
              </a:rPr>
              <a:t>이 화면의 결과는 최종 상품 승인이나 보험료 결정이 아닙니다</a:t>
            </a:r>
            <a:r>
              <a:rPr lang="en-US" altLang="ko-KR" sz="1400" b="1">
                <a:solidFill>
                  <a:srgbClr val="C4393F"/>
                </a:solidFill>
                <a:latin typeface="Malgun Gothic" panose="020B0503020000020004" pitchFamily="50" charset="-127"/>
                <a:ea typeface="Malgun Gothic" panose="020B0503020000020004" pitchFamily="50" charset="-127"/>
              </a:rPr>
              <a:t>.</a:t>
            </a:r>
            <a:endParaRPr lang="ko-KR" altLang="en-US" sz="1400" b="1">
              <a:solidFill>
                <a:srgbClr val="C4393F"/>
              </a:solidFill>
              <a:latin typeface="Malgun Gothic" panose="020B0503020000020004" pitchFamily="50" charset="-127"/>
              <a:ea typeface="Malgun Gothic" panose="020B0503020000020004" pitchFamily="50" charset="-127"/>
            </a:endParaRPr>
          </a:p>
        </p:txBody>
      </p:sp>
      <p:cxnSp>
        <p:nvCxnSpPr>
          <p:cNvPr id="20" name="직선 연결선 19">
            <a:extLst>
              <a:ext uri="{FF2B5EF4-FFF2-40B4-BE49-F238E27FC236}">
                <a16:creationId xmlns:a16="http://schemas.microsoft.com/office/drawing/2014/main" id="{234B2531-0463-6514-9E1F-1F8451F4F827}"/>
              </a:ext>
            </a:extLst>
          </p:cNvPr>
          <p:cNvCxnSpPr/>
          <p:nvPr/>
        </p:nvCxnSpPr>
        <p:spPr>
          <a:xfrm>
            <a:off x="533400" y="6438900"/>
            <a:ext cx="11125200" cy="0"/>
          </a:xfrm>
          <a:prstGeom prst="line">
            <a:avLst/>
          </a:prstGeom>
          <a:ln w="12700">
            <a:solidFill>
              <a:srgbClr val="D6E1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1" name="TextBox 20">
            <a:extLst>
              <a:ext uri="{FF2B5EF4-FFF2-40B4-BE49-F238E27FC236}">
                <a16:creationId xmlns:a16="http://schemas.microsoft.com/office/drawing/2014/main" id="{CD1DB6EB-A949-BA6D-FF8F-3395B215C5BB}"/>
              </a:ext>
            </a:extLst>
          </p:cNvPr>
          <p:cNvSpPr txBox="1"/>
          <p:nvPr/>
        </p:nvSpPr>
        <p:spPr>
          <a:xfrm>
            <a:off x="533400" y="6578600"/>
            <a:ext cx="6350000" cy="276999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en-US" altLang="ko-KR" sz="900">
                <a:solidFill>
                  <a:srgbClr val="5B6F8C"/>
                </a:solidFill>
                <a:latin typeface="Malgun Gothic" panose="020B0503020000020004" pitchFamily="50" charset="-127"/>
                <a:ea typeface="Malgun Gothic" panose="020B0503020000020004" pitchFamily="50" charset="-127"/>
              </a:rPr>
              <a:t>HI RISK STUDIO - RISK EXPLORATION USER GUIDE</a:t>
            </a:r>
            <a:endParaRPr lang="ko-KR" altLang="en-US" sz="900">
              <a:solidFill>
                <a:srgbClr val="5B6F8C"/>
              </a:solidFill>
              <a:latin typeface="Malgun Gothic" panose="020B0503020000020004" pitchFamily="50" charset="-127"/>
              <a:ea typeface="Malgun Gothic" panose="020B0503020000020004" pitchFamily="50" charset="-127"/>
            </a:endParaRP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42643A87-7CDC-214C-B8EA-7A16D210834B}"/>
              </a:ext>
            </a:extLst>
          </p:cNvPr>
          <p:cNvSpPr txBox="1"/>
          <p:nvPr/>
        </p:nvSpPr>
        <p:spPr>
          <a:xfrm>
            <a:off x="10922000" y="6578600"/>
            <a:ext cx="736600" cy="276999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 algn="r"/>
            <a:r>
              <a:rPr lang="en-US" altLang="ko-KR" sz="900">
                <a:solidFill>
                  <a:srgbClr val="5B6F8C"/>
                </a:solidFill>
                <a:latin typeface="Malgun Gothic" panose="020B0503020000020004" pitchFamily="50" charset="-127"/>
                <a:ea typeface="Malgun Gothic" panose="020B0503020000020004" pitchFamily="50" charset="-127"/>
              </a:rPr>
              <a:t>2 / 12</a:t>
            </a:r>
            <a:endParaRPr lang="ko-KR" altLang="en-US" sz="900">
              <a:solidFill>
                <a:srgbClr val="5B6F8C"/>
              </a:solidFill>
              <a:latin typeface="Malgun Gothic" panose="020B0503020000020004" pitchFamily="50" charset="-127"/>
              <a:ea typeface="Malgun Gothic" panose="020B0503020000020004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123373488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746BBBA5-6170-B5DB-E165-38B33B158887}"/>
              </a:ext>
            </a:extLst>
          </p:cNvPr>
          <p:cNvSpPr txBox="1"/>
          <p:nvPr/>
        </p:nvSpPr>
        <p:spPr>
          <a:xfrm>
            <a:off x="533400" y="355600"/>
            <a:ext cx="533400" cy="276999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en-US" altLang="ko-KR" sz="1300" b="1">
                <a:solidFill>
                  <a:srgbClr val="2869E6"/>
                </a:solidFill>
                <a:latin typeface="Malgun Gothic" panose="020B0503020000020004" pitchFamily="50" charset="-127"/>
                <a:ea typeface="Malgun Gothic" panose="020B0503020000020004" pitchFamily="50" charset="-127"/>
              </a:rPr>
              <a:t>03</a:t>
            </a:r>
            <a:endParaRPr lang="ko-KR" altLang="en-US" sz="1300" b="1">
              <a:solidFill>
                <a:srgbClr val="2869E6"/>
              </a:solidFill>
              <a:latin typeface="Malgun Gothic" panose="020B0503020000020004" pitchFamily="50" charset="-127"/>
              <a:ea typeface="Malgun Gothic" panose="020B0503020000020004" pitchFamily="50" charset="-127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5D0B8A62-7C7D-D6CD-DEF7-7317A6235E04}"/>
              </a:ext>
            </a:extLst>
          </p:cNvPr>
          <p:cNvSpPr txBox="1"/>
          <p:nvPr/>
        </p:nvSpPr>
        <p:spPr>
          <a:xfrm>
            <a:off x="1168400" y="393700"/>
            <a:ext cx="3810000" cy="276999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en-US" altLang="ko-KR" sz="900" b="1">
                <a:solidFill>
                  <a:srgbClr val="2869E6"/>
                </a:solidFill>
                <a:latin typeface="Malgun Gothic" panose="020B0503020000020004" pitchFamily="50" charset="-127"/>
                <a:ea typeface="Malgun Gothic" panose="020B0503020000020004" pitchFamily="50" charset="-127"/>
              </a:rPr>
              <a:t>RISK EXPLORATION</a:t>
            </a:r>
            <a:endParaRPr lang="ko-KR" altLang="en-US" sz="900" b="1">
              <a:solidFill>
                <a:srgbClr val="2869E6"/>
              </a:solidFill>
              <a:latin typeface="Malgun Gothic" panose="020B0503020000020004" pitchFamily="50" charset="-127"/>
              <a:ea typeface="Malgun Gothic" panose="020B0503020000020004" pitchFamily="50" charset="-127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84391405-F6F9-CCB8-3000-8BD39CB2F17D}"/>
              </a:ext>
            </a:extLst>
          </p:cNvPr>
          <p:cNvSpPr txBox="1"/>
          <p:nvPr/>
        </p:nvSpPr>
        <p:spPr>
          <a:xfrm>
            <a:off x="533400" y="800100"/>
            <a:ext cx="10668000" cy="276999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ko-KR" altLang="en-US" sz="2600" b="1">
                <a:solidFill>
                  <a:srgbClr val="13233D"/>
                </a:solidFill>
                <a:latin typeface="Malgun Gothic" panose="020B0503020000020004" pitchFamily="50" charset="-127"/>
                <a:ea typeface="Malgun Gothic" panose="020B0503020000020004" pitchFamily="50" charset="-127"/>
              </a:rPr>
              <a:t>화면은 크게 </a:t>
            </a:r>
            <a:r>
              <a:rPr lang="en-US" altLang="ko-KR" sz="2600" b="1">
                <a:solidFill>
                  <a:srgbClr val="13233D"/>
                </a:solidFill>
                <a:latin typeface="Malgun Gothic" panose="020B0503020000020004" pitchFamily="50" charset="-127"/>
                <a:ea typeface="Malgun Gothic" panose="020B0503020000020004" pitchFamily="50" charset="-127"/>
              </a:rPr>
              <a:t>3</a:t>
            </a:r>
            <a:r>
              <a:rPr lang="ko-KR" altLang="en-US" sz="2600" b="1">
                <a:solidFill>
                  <a:srgbClr val="13233D"/>
                </a:solidFill>
                <a:latin typeface="Malgun Gothic" panose="020B0503020000020004" pitchFamily="50" charset="-127"/>
                <a:ea typeface="Malgun Gothic" panose="020B0503020000020004" pitchFamily="50" charset="-127"/>
              </a:rPr>
              <a:t>부분으로 나뉩니다</a:t>
            </a:r>
          </a:p>
        </p:txBody>
      </p:sp>
      <p:cxnSp>
        <p:nvCxnSpPr>
          <p:cNvPr id="5" name="직선 연결선 4">
            <a:extLst>
              <a:ext uri="{FF2B5EF4-FFF2-40B4-BE49-F238E27FC236}">
                <a16:creationId xmlns:a16="http://schemas.microsoft.com/office/drawing/2014/main" id="{95C4E8C6-192C-47EC-FB4F-675973BD0C72}"/>
              </a:ext>
            </a:extLst>
          </p:cNvPr>
          <p:cNvCxnSpPr/>
          <p:nvPr/>
        </p:nvCxnSpPr>
        <p:spPr>
          <a:xfrm>
            <a:off x="533400" y="1422400"/>
            <a:ext cx="11125200" cy="0"/>
          </a:xfrm>
          <a:prstGeom prst="line">
            <a:avLst/>
          </a:prstGeom>
          <a:ln w="12700">
            <a:solidFill>
              <a:srgbClr val="D6E1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사각형: 둥근 모서리 5">
            <a:extLst>
              <a:ext uri="{FF2B5EF4-FFF2-40B4-BE49-F238E27FC236}">
                <a16:creationId xmlns:a16="http://schemas.microsoft.com/office/drawing/2014/main" id="{8D88B65D-2B2B-9F6D-1415-553164E70171}"/>
              </a:ext>
            </a:extLst>
          </p:cNvPr>
          <p:cNvSpPr/>
          <p:nvPr/>
        </p:nvSpPr>
        <p:spPr>
          <a:xfrm>
            <a:off x="533400" y="1841500"/>
            <a:ext cx="3175000" cy="3111500"/>
          </a:xfrm>
          <a:prstGeom prst="roundRect">
            <a:avLst/>
          </a:prstGeom>
          <a:solidFill>
            <a:srgbClr val="EDF5FF"/>
          </a:solidFill>
          <a:ln w="12700">
            <a:solidFill>
              <a:srgbClr val="D6E1F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7" name="사각형: 둥근 모서리 6">
            <a:extLst>
              <a:ext uri="{FF2B5EF4-FFF2-40B4-BE49-F238E27FC236}">
                <a16:creationId xmlns:a16="http://schemas.microsoft.com/office/drawing/2014/main" id="{BAEE5523-B2F4-49F0-B4AD-E2E151EB5A61}"/>
              </a:ext>
            </a:extLst>
          </p:cNvPr>
          <p:cNvSpPr/>
          <p:nvPr/>
        </p:nvSpPr>
        <p:spPr>
          <a:xfrm>
            <a:off x="533400" y="1841500"/>
            <a:ext cx="63500" cy="3111500"/>
          </a:xfrm>
          <a:prstGeom prst="roundRect">
            <a:avLst/>
          </a:prstGeom>
          <a:solidFill>
            <a:srgbClr val="2869E6"/>
          </a:solidFill>
          <a:ln w="12700">
            <a:solidFill>
              <a:srgbClr val="2869E6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A0E37625-48ED-E92E-B55E-2A6B5F82B850}"/>
              </a:ext>
            </a:extLst>
          </p:cNvPr>
          <p:cNvSpPr txBox="1"/>
          <p:nvPr/>
        </p:nvSpPr>
        <p:spPr>
          <a:xfrm>
            <a:off x="762000" y="2044700"/>
            <a:ext cx="2743200" cy="276999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ko-KR" altLang="en-US" sz="1600" b="1">
                <a:solidFill>
                  <a:srgbClr val="13233D"/>
                </a:solidFill>
                <a:latin typeface="Malgun Gothic" panose="020B0503020000020004" pitchFamily="50" charset="-127"/>
                <a:ea typeface="Malgun Gothic" panose="020B0503020000020004" pitchFamily="50" charset="-127"/>
              </a:rPr>
              <a:t>① 탐색 영역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4F03F4CF-CFDE-1C01-495A-706EA218C77A}"/>
              </a:ext>
            </a:extLst>
          </p:cNvPr>
          <p:cNvSpPr txBox="1"/>
          <p:nvPr/>
        </p:nvSpPr>
        <p:spPr>
          <a:xfrm>
            <a:off x="762000" y="2463800"/>
            <a:ext cx="2743200" cy="276999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ko-KR" altLang="en-US" sz="1200">
                <a:solidFill>
                  <a:srgbClr val="5B6F8C"/>
                </a:solidFill>
                <a:latin typeface="Malgun Gothic" panose="020B0503020000020004" pitchFamily="50" charset="-127"/>
                <a:ea typeface="Malgun Gothic" panose="020B0503020000020004" pitchFamily="50" charset="-127"/>
              </a:rPr>
              <a:t>분야 탭 </a:t>
            </a:r>
            <a:r>
              <a:rPr lang="en-US" altLang="ko-KR" sz="1200">
                <a:solidFill>
                  <a:srgbClr val="5B6F8C"/>
                </a:solidFill>
                <a:latin typeface="Malgun Gothic" panose="020B0503020000020004" pitchFamily="50" charset="-127"/>
                <a:ea typeface="Malgun Gothic" panose="020B0503020000020004" pitchFamily="50" charset="-127"/>
              </a:rPr>
              <a:t>· </a:t>
            </a:r>
            <a:r>
              <a:rPr lang="ko-KR" altLang="en-US" sz="1200">
                <a:solidFill>
                  <a:srgbClr val="5B6F8C"/>
                </a:solidFill>
                <a:latin typeface="Malgun Gothic" panose="020B0503020000020004" pitchFamily="50" charset="-127"/>
                <a:ea typeface="Malgun Gothic" panose="020B0503020000020004" pitchFamily="50" charset="-127"/>
              </a:rPr>
              <a:t>검색 </a:t>
            </a:r>
            <a:r>
              <a:rPr lang="en-US" altLang="ko-KR" sz="1200">
                <a:solidFill>
                  <a:srgbClr val="5B6F8C"/>
                </a:solidFill>
                <a:latin typeface="Malgun Gothic" panose="020B0503020000020004" pitchFamily="50" charset="-127"/>
                <a:ea typeface="Malgun Gothic" panose="020B0503020000020004" pitchFamily="50" charset="-127"/>
              </a:rPr>
              <a:t>· </a:t>
            </a:r>
            <a:r>
              <a:rPr lang="ko-KR" altLang="en-US" sz="1200">
                <a:solidFill>
                  <a:srgbClr val="5B6F8C"/>
                </a:solidFill>
                <a:latin typeface="Malgun Gothic" panose="020B0503020000020004" pitchFamily="50" charset="-127"/>
                <a:ea typeface="Malgun Gothic" panose="020B0503020000020004" pitchFamily="50" charset="-127"/>
              </a:rPr>
              <a:t>기간</a:t>
            </a:r>
            <a:r>
              <a:rPr lang="en-US" altLang="ko-KR" sz="1200">
                <a:solidFill>
                  <a:srgbClr val="5B6F8C"/>
                </a:solidFill>
                <a:latin typeface="Malgun Gothic" panose="020B0503020000020004" pitchFamily="50" charset="-127"/>
                <a:ea typeface="Malgun Gothic" panose="020B0503020000020004" pitchFamily="50" charset="-127"/>
              </a:rPr>
              <a:t>·</a:t>
            </a:r>
            <a:r>
              <a:rPr lang="ko-KR" altLang="en-US" sz="1200">
                <a:solidFill>
                  <a:srgbClr val="5B6F8C"/>
                </a:solidFill>
                <a:latin typeface="Malgun Gothic" panose="020B0503020000020004" pitchFamily="50" charset="-127"/>
                <a:ea typeface="Malgun Gothic" panose="020B0503020000020004" pitchFamily="50" charset="-127"/>
              </a:rPr>
              <a:t>출처 필터 </a:t>
            </a:r>
            <a:r>
              <a:rPr lang="en-US" altLang="ko-KR" sz="1200">
                <a:solidFill>
                  <a:srgbClr val="5B6F8C"/>
                </a:solidFill>
                <a:latin typeface="Malgun Gothic" panose="020B0503020000020004" pitchFamily="50" charset="-127"/>
                <a:ea typeface="Malgun Gothic" panose="020B0503020000020004" pitchFamily="50" charset="-127"/>
              </a:rPr>
              <a:t>· </a:t>
            </a:r>
            <a:r>
              <a:rPr lang="ko-KR" altLang="en-US" sz="1200">
                <a:solidFill>
                  <a:srgbClr val="5B6F8C"/>
                </a:solidFill>
                <a:latin typeface="Malgun Gothic" panose="020B0503020000020004" pitchFamily="50" charset="-127"/>
                <a:ea typeface="Malgun Gothic" panose="020B0503020000020004" pitchFamily="50" charset="-127"/>
              </a:rPr>
              <a:t>정렬
관심 범위를 좁히는 영역</a:t>
            </a:r>
          </a:p>
        </p:txBody>
      </p:sp>
      <p:sp>
        <p:nvSpPr>
          <p:cNvPr id="10" name="사각형: 둥근 모서리 9">
            <a:extLst>
              <a:ext uri="{FF2B5EF4-FFF2-40B4-BE49-F238E27FC236}">
                <a16:creationId xmlns:a16="http://schemas.microsoft.com/office/drawing/2014/main" id="{496100D4-D7F0-F882-7AC6-E3DA5B061D63}"/>
              </a:ext>
            </a:extLst>
          </p:cNvPr>
          <p:cNvSpPr/>
          <p:nvPr/>
        </p:nvSpPr>
        <p:spPr>
          <a:xfrm>
            <a:off x="3683000" y="1841500"/>
            <a:ext cx="4953000" cy="31115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6E1F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1" name="사각형: 둥근 모서리 10">
            <a:extLst>
              <a:ext uri="{FF2B5EF4-FFF2-40B4-BE49-F238E27FC236}">
                <a16:creationId xmlns:a16="http://schemas.microsoft.com/office/drawing/2014/main" id="{52AAA771-886E-3E06-FAFB-597DF3DF1177}"/>
              </a:ext>
            </a:extLst>
          </p:cNvPr>
          <p:cNvSpPr/>
          <p:nvPr/>
        </p:nvSpPr>
        <p:spPr>
          <a:xfrm>
            <a:off x="3683000" y="1841500"/>
            <a:ext cx="63500" cy="3111500"/>
          </a:xfrm>
          <a:prstGeom prst="roundRect">
            <a:avLst/>
          </a:prstGeom>
          <a:solidFill>
            <a:srgbClr val="FF9E1B"/>
          </a:solidFill>
          <a:ln w="12700">
            <a:solidFill>
              <a:srgbClr val="FF9E1B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39BCACE3-14D3-B773-3B24-02FBD64B7140}"/>
              </a:ext>
            </a:extLst>
          </p:cNvPr>
          <p:cNvSpPr txBox="1"/>
          <p:nvPr/>
        </p:nvSpPr>
        <p:spPr>
          <a:xfrm>
            <a:off x="3911600" y="2044700"/>
            <a:ext cx="4521200" cy="276999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ko-KR" altLang="en-US" sz="1600" b="1">
                <a:solidFill>
                  <a:srgbClr val="13233D"/>
                </a:solidFill>
                <a:latin typeface="Malgun Gothic" panose="020B0503020000020004" pitchFamily="50" charset="-127"/>
                <a:ea typeface="Malgun Gothic" panose="020B0503020000020004" pitchFamily="50" charset="-127"/>
              </a:rPr>
              <a:t>② 후보 비교 목록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5E18C20D-76EF-CA04-B230-5ACB9D75EE92}"/>
              </a:ext>
            </a:extLst>
          </p:cNvPr>
          <p:cNvSpPr txBox="1"/>
          <p:nvPr/>
        </p:nvSpPr>
        <p:spPr>
          <a:xfrm>
            <a:off x="3911600" y="2463800"/>
            <a:ext cx="4521200" cy="276999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ko-KR" altLang="en-US" sz="1200">
                <a:solidFill>
                  <a:srgbClr val="5B6F8C"/>
                </a:solidFill>
                <a:latin typeface="Malgun Gothic" panose="020B0503020000020004" pitchFamily="50" charset="-127"/>
                <a:ea typeface="Malgun Gothic" panose="020B0503020000020004" pitchFamily="50" charset="-127"/>
              </a:rPr>
              <a:t>위험 후보명 </a:t>
            </a:r>
            <a:r>
              <a:rPr lang="en-US" altLang="ko-KR" sz="1200">
                <a:solidFill>
                  <a:srgbClr val="5B6F8C"/>
                </a:solidFill>
                <a:latin typeface="Malgun Gothic" panose="020B0503020000020004" pitchFamily="50" charset="-127"/>
                <a:ea typeface="Malgun Gothic" panose="020B0503020000020004" pitchFamily="50" charset="-127"/>
              </a:rPr>
              <a:t>· </a:t>
            </a:r>
            <a:r>
              <a:rPr lang="ko-KR" altLang="en-US" sz="1200">
                <a:solidFill>
                  <a:srgbClr val="5B6F8C"/>
                </a:solidFill>
                <a:latin typeface="Malgun Gothic" panose="020B0503020000020004" pitchFamily="50" charset="-127"/>
                <a:ea typeface="Malgun Gothic" panose="020B0503020000020004" pitchFamily="50" charset="-127"/>
              </a:rPr>
              <a:t>손해</a:t>
            </a:r>
            <a:r>
              <a:rPr lang="en-US" altLang="ko-KR" sz="1200">
                <a:solidFill>
                  <a:srgbClr val="5B6F8C"/>
                </a:solidFill>
                <a:latin typeface="Malgun Gothic" panose="020B0503020000020004" pitchFamily="50" charset="-127"/>
                <a:ea typeface="Malgun Gothic" panose="020B0503020000020004" pitchFamily="50" charset="-127"/>
              </a:rPr>
              <a:t>·</a:t>
            </a:r>
            <a:r>
              <a:rPr lang="ko-KR" altLang="en-US" sz="1200">
                <a:solidFill>
                  <a:srgbClr val="5B6F8C"/>
                </a:solidFill>
                <a:latin typeface="Malgun Gothic" panose="020B0503020000020004" pitchFamily="50" charset="-127"/>
                <a:ea typeface="Malgun Gothic" panose="020B0503020000020004" pitchFamily="50" charset="-127"/>
              </a:rPr>
              <a:t>보장 공백 </a:t>
            </a:r>
            <a:r>
              <a:rPr lang="en-US" altLang="ko-KR" sz="1200">
                <a:solidFill>
                  <a:srgbClr val="5B6F8C"/>
                </a:solidFill>
                <a:latin typeface="Malgun Gothic" panose="020B0503020000020004" pitchFamily="50" charset="-127"/>
                <a:ea typeface="Malgun Gothic" panose="020B0503020000020004" pitchFamily="50" charset="-127"/>
              </a:rPr>
              <a:t>· </a:t>
            </a:r>
            <a:r>
              <a:rPr lang="ko-KR" altLang="en-US" sz="1200">
                <a:solidFill>
                  <a:srgbClr val="5B6F8C"/>
                </a:solidFill>
                <a:latin typeface="Malgun Gothic" panose="020B0503020000020004" pitchFamily="50" charset="-127"/>
                <a:ea typeface="Malgun Gothic" panose="020B0503020000020004" pitchFamily="50" charset="-127"/>
              </a:rPr>
              <a:t>시장성 </a:t>
            </a:r>
            <a:r>
              <a:rPr lang="en-US" altLang="ko-KR" sz="1200">
                <a:solidFill>
                  <a:srgbClr val="5B6F8C"/>
                </a:solidFill>
                <a:latin typeface="Malgun Gothic" panose="020B0503020000020004" pitchFamily="50" charset="-127"/>
                <a:ea typeface="Malgun Gothic" panose="020B0503020000020004" pitchFamily="50" charset="-127"/>
              </a:rPr>
              <a:t>· PML · </a:t>
            </a:r>
            <a:r>
              <a:rPr lang="ko-KR" altLang="en-US" sz="1200">
                <a:solidFill>
                  <a:srgbClr val="5B6F8C"/>
                </a:solidFill>
                <a:latin typeface="Malgun Gothic" panose="020B0503020000020004" pitchFamily="50" charset="-127"/>
                <a:ea typeface="Malgun Gothic" panose="020B0503020000020004" pitchFamily="50" charset="-127"/>
              </a:rPr>
              <a:t>종합점수
한 행을 클릭하면 오른쪽에 상세 내용이 열립니다</a:t>
            </a:r>
            <a:r>
              <a:rPr lang="en-US" altLang="ko-KR" sz="1200">
                <a:solidFill>
                  <a:srgbClr val="5B6F8C"/>
                </a:solidFill>
                <a:latin typeface="Malgun Gothic" panose="020B0503020000020004" pitchFamily="50" charset="-127"/>
                <a:ea typeface="Malgun Gothic" panose="020B0503020000020004" pitchFamily="50" charset="-127"/>
              </a:rPr>
              <a:t>.</a:t>
            </a:r>
            <a:endParaRPr lang="ko-KR" altLang="en-US" sz="1200">
              <a:solidFill>
                <a:srgbClr val="5B6F8C"/>
              </a:solidFill>
              <a:latin typeface="Malgun Gothic" panose="020B0503020000020004" pitchFamily="50" charset="-127"/>
              <a:ea typeface="Malgun Gothic" panose="020B0503020000020004" pitchFamily="50" charset="-127"/>
            </a:endParaRPr>
          </a:p>
        </p:txBody>
      </p:sp>
      <p:sp>
        <p:nvSpPr>
          <p:cNvPr id="14" name="사각형: 둥근 모서리 13">
            <a:extLst>
              <a:ext uri="{FF2B5EF4-FFF2-40B4-BE49-F238E27FC236}">
                <a16:creationId xmlns:a16="http://schemas.microsoft.com/office/drawing/2014/main" id="{59231443-2A76-1F1C-AE5F-00A90F76CA52}"/>
              </a:ext>
            </a:extLst>
          </p:cNvPr>
          <p:cNvSpPr/>
          <p:nvPr/>
        </p:nvSpPr>
        <p:spPr>
          <a:xfrm>
            <a:off x="8636000" y="1841500"/>
            <a:ext cx="3175000" cy="3111500"/>
          </a:xfrm>
          <a:prstGeom prst="roundRect">
            <a:avLst/>
          </a:prstGeom>
          <a:solidFill>
            <a:srgbClr val="E9F9F3"/>
          </a:solidFill>
          <a:ln w="12700">
            <a:solidFill>
              <a:srgbClr val="D6E1F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5" name="사각형: 둥근 모서리 14">
            <a:extLst>
              <a:ext uri="{FF2B5EF4-FFF2-40B4-BE49-F238E27FC236}">
                <a16:creationId xmlns:a16="http://schemas.microsoft.com/office/drawing/2014/main" id="{2C7448A7-52CA-5FA3-8D18-639A2AB6523E}"/>
              </a:ext>
            </a:extLst>
          </p:cNvPr>
          <p:cNvSpPr/>
          <p:nvPr/>
        </p:nvSpPr>
        <p:spPr>
          <a:xfrm>
            <a:off x="8636000" y="1841500"/>
            <a:ext cx="63500" cy="3111500"/>
          </a:xfrm>
          <a:prstGeom prst="roundRect">
            <a:avLst/>
          </a:prstGeom>
          <a:solidFill>
            <a:srgbClr val="148E68"/>
          </a:solidFill>
          <a:ln w="12700">
            <a:solidFill>
              <a:srgbClr val="148E6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C997064D-8B9D-19AA-0F57-3E255C952A9B}"/>
              </a:ext>
            </a:extLst>
          </p:cNvPr>
          <p:cNvSpPr txBox="1"/>
          <p:nvPr/>
        </p:nvSpPr>
        <p:spPr>
          <a:xfrm>
            <a:off x="8864600" y="2044700"/>
            <a:ext cx="2743200" cy="276999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ko-KR" altLang="en-US" sz="1600" b="1">
                <a:solidFill>
                  <a:srgbClr val="13233D"/>
                </a:solidFill>
                <a:latin typeface="Malgun Gothic" panose="020B0503020000020004" pitchFamily="50" charset="-127"/>
                <a:ea typeface="Malgun Gothic" panose="020B0503020000020004" pitchFamily="50" charset="-127"/>
              </a:rPr>
              <a:t>③ 선택 후보 상세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57C21C6D-9BA4-C87E-FC2D-B6F9BE4696FF}"/>
              </a:ext>
            </a:extLst>
          </p:cNvPr>
          <p:cNvSpPr txBox="1"/>
          <p:nvPr/>
        </p:nvSpPr>
        <p:spPr>
          <a:xfrm>
            <a:off x="8864600" y="2463800"/>
            <a:ext cx="2743200" cy="276999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ko-KR" altLang="en-US" sz="1200">
                <a:solidFill>
                  <a:srgbClr val="5B6F8C"/>
                </a:solidFill>
                <a:latin typeface="Malgun Gothic" panose="020B0503020000020004" pitchFamily="50" charset="-127"/>
                <a:ea typeface="Malgun Gothic" panose="020B0503020000020004" pitchFamily="50" charset="-127"/>
              </a:rPr>
              <a:t>선택한 후보의 설명</a:t>
            </a:r>
            <a:r>
              <a:rPr lang="en-US" altLang="ko-KR" sz="1200">
                <a:solidFill>
                  <a:srgbClr val="5B6F8C"/>
                </a:solidFill>
                <a:latin typeface="Malgun Gothic" panose="020B0503020000020004" pitchFamily="50" charset="-127"/>
                <a:ea typeface="Malgun Gothic" panose="020B0503020000020004" pitchFamily="50" charset="-127"/>
              </a:rPr>
              <a:t>·</a:t>
            </a:r>
            <a:r>
              <a:rPr lang="ko-KR" altLang="en-US" sz="1200">
                <a:solidFill>
                  <a:srgbClr val="5B6F8C"/>
                </a:solidFill>
                <a:latin typeface="Malgun Gothic" panose="020B0503020000020004" pitchFamily="50" charset="-127"/>
                <a:ea typeface="Malgun Gothic" panose="020B0503020000020004" pitchFamily="50" charset="-127"/>
              </a:rPr>
              <a:t>근거</a:t>
            </a:r>
            <a:r>
              <a:rPr lang="en-US" altLang="ko-KR" sz="1200">
                <a:solidFill>
                  <a:srgbClr val="5B6F8C"/>
                </a:solidFill>
                <a:latin typeface="Malgun Gothic" panose="020B0503020000020004" pitchFamily="50" charset="-127"/>
                <a:ea typeface="Malgun Gothic" panose="020B0503020000020004" pitchFamily="50" charset="-127"/>
              </a:rPr>
              <a:t>·</a:t>
            </a:r>
            <a:r>
              <a:rPr lang="ko-KR" altLang="en-US" sz="1200">
                <a:solidFill>
                  <a:srgbClr val="5B6F8C"/>
                </a:solidFill>
                <a:latin typeface="Malgun Gothic" panose="020B0503020000020004" pitchFamily="50" charset="-127"/>
                <a:ea typeface="Malgun Gothic" panose="020B0503020000020004" pitchFamily="50" charset="-127"/>
              </a:rPr>
              <a:t>확인 필요 자료
다음 단계</a:t>
            </a:r>
            <a:r>
              <a:rPr lang="en-US" altLang="ko-KR" sz="1200">
                <a:solidFill>
                  <a:srgbClr val="5B6F8C"/>
                </a:solidFill>
                <a:latin typeface="Malgun Gothic" panose="020B0503020000020004" pitchFamily="50" charset="-127"/>
                <a:ea typeface="Malgun Gothic" panose="020B0503020000020004" pitchFamily="50" charset="-127"/>
              </a:rPr>
              <a:t>: </a:t>
            </a:r>
            <a:r>
              <a:rPr lang="ko-KR" altLang="en-US" sz="1200">
                <a:solidFill>
                  <a:srgbClr val="5B6F8C"/>
                </a:solidFill>
                <a:latin typeface="Malgun Gothic" panose="020B0503020000020004" pitchFamily="50" charset="-127"/>
                <a:ea typeface="Malgun Gothic" panose="020B0503020000020004" pitchFamily="50" charset="-127"/>
              </a:rPr>
              <a:t>위험 상세에서 더 깊이 검토</a:t>
            </a:r>
          </a:p>
        </p:txBody>
      </p:sp>
      <p:cxnSp>
        <p:nvCxnSpPr>
          <p:cNvPr id="18" name="직선 연결선 17">
            <a:extLst>
              <a:ext uri="{FF2B5EF4-FFF2-40B4-BE49-F238E27FC236}">
                <a16:creationId xmlns:a16="http://schemas.microsoft.com/office/drawing/2014/main" id="{100CE308-64AF-CB32-9CBE-DCBFA97F6C5C}"/>
              </a:ext>
            </a:extLst>
          </p:cNvPr>
          <p:cNvCxnSpPr/>
          <p:nvPr/>
        </p:nvCxnSpPr>
        <p:spPr>
          <a:xfrm>
            <a:off x="533400" y="6438900"/>
            <a:ext cx="11125200" cy="0"/>
          </a:xfrm>
          <a:prstGeom prst="line">
            <a:avLst/>
          </a:prstGeom>
          <a:ln w="12700">
            <a:solidFill>
              <a:srgbClr val="D6E1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9" name="TextBox 18">
            <a:extLst>
              <a:ext uri="{FF2B5EF4-FFF2-40B4-BE49-F238E27FC236}">
                <a16:creationId xmlns:a16="http://schemas.microsoft.com/office/drawing/2014/main" id="{EFE43EFE-3941-908A-5F65-82BBCB2A4E01}"/>
              </a:ext>
            </a:extLst>
          </p:cNvPr>
          <p:cNvSpPr txBox="1"/>
          <p:nvPr/>
        </p:nvSpPr>
        <p:spPr>
          <a:xfrm>
            <a:off x="533400" y="6578600"/>
            <a:ext cx="6350000" cy="276999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en-US" altLang="ko-KR" sz="900">
                <a:solidFill>
                  <a:srgbClr val="5B6F8C"/>
                </a:solidFill>
                <a:latin typeface="Malgun Gothic" panose="020B0503020000020004" pitchFamily="50" charset="-127"/>
                <a:ea typeface="Malgun Gothic" panose="020B0503020000020004" pitchFamily="50" charset="-127"/>
              </a:rPr>
              <a:t>HI RISK STUDIO - RISK EXPLORATION USER GUIDE</a:t>
            </a:r>
            <a:endParaRPr lang="ko-KR" altLang="en-US" sz="900">
              <a:solidFill>
                <a:srgbClr val="5B6F8C"/>
              </a:solidFill>
              <a:latin typeface="Malgun Gothic" panose="020B0503020000020004" pitchFamily="50" charset="-127"/>
              <a:ea typeface="Malgun Gothic" panose="020B0503020000020004" pitchFamily="50" charset="-127"/>
            </a:endParaRP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9ACE1318-1CED-B3F8-7B56-6A9EBFB91636}"/>
              </a:ext>
            </a:extLst>
          </p:cNvPr>
          <p:cNvSpPr txBox="1"/>
          <p:nvPr/>
        </p:nvSpPr>
        <p:spPr>
          <a:xfrm>
            <a:off x="10922000" y="6578600"/>
            <a:ext cx="736600" cy="276999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 algn="r"/>
            <a:r>
              <a:rPr lang="en-US" altLang="ko-KR" sz="900">
                <a:solidFill>
                  <a:srgbClr val="5B6F8C"/>
                </a:solidFill>
                <a:latin typeface="Malgun Gothic" panose="020B0503020000020004" pitchFamily="50" charset="-127"/>
                <a:ea typeface="Malgun Gothic" panose="020B0503020000020004" pitchFamily="50" charset="-127"/>
              </a:rPr>
              <a:t>3 / 12</a:t>
            </a:r>
            <a:endParaRPr lang="ko-KR" altLang="en-US" sz="900">
              <a:solidFill>
                <a:srgbClr val="5B6F8C"/>
              </a:solidFill>
              <a:latin typeface="Malgun Gothic" panose="020B0503020000020004" pitchFamily="50" charset="-127"/>
              <a:ea typeface="Malgun Gothic" panose="020B0503020000020004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264269171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30C76F85-D80C-BE80-3529-FAD1E0E08804}"/>
              </a:ext>
            </a:extLst>
          </p:cNvPr>
          <p:cNvSpPr txBox="1"/>
          <p:nvPr/>
        </p:nvSpPr>
        <p:spPr>
          <a:xfrm>
            <a:off x="533400" y="355600"/>
            <a:ext cx="533400" cy="276999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en-US" altLang="ko-KR" sz="1300" b="1">
                <a:solidFill>
                  <a:srgbClr val="2869E6"/>
                </a:solidFill>
                <a:latin typeface="Malgun Gothic" panose="020B0503020000020004" pitchFamily="50" charset="-127"/>
                <a:ea typeface="Malgun Gothic" panose="020B0503020000020004" pitchFamily="50" charset="-127"/>
              </a:rPr>
              <a:t>04</a:t>
            </a:r>
            <a:endParaRPr lang="ko-KR" altLang="en-US" sz="1300" b="1">
              <a:solidFill>
                <a:srgbClr val="2869E6"/>
              </a:solidFill>
              <a:latin typeface="Malgun Gothic" panose="020B0503020000020004" pitchFamily="50" charset="-127"/>
              <a:ea typeface="Malgun Gothic" panose="020B0503020000020004" pitchFamily="50" charset="-127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2BC82D3C-C4BD-EB92-75BF-8606FA5EF065}"/>
              </a:ext>
            </a:extLst>
          </p:cNvPr>
          <p:cNvSpPr txBox="1"/>
          <p:nvPr/>
        </p:nvSpPr>
        <p:spPr>
          <a:xfrm>
            <a:off x="1168400" y="393700"/>
            <a:ext cx="3810000" cy="276999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en-US" altLang="ko-KR" sz="900" b="1">
                <a:solidFill>
                  <a:srgbClr val="2869E6"/>
                </a:solidFill>
                <a:latin typeface="Malgun Gothic" panose="020B0503020000020004" pitchFamily="50" charset="-127"/>
                <a:ea typeface="Malgun Gothic" panose="020B0503020000020004" pitchFamily="50" charset="-127"/>
              </a:rPr>
              <a:t>RISK EXPLORATION</a:t>
            </a:r>
            <a:endParaRPr lang="ko-KR" altLang="en-US" sz="900" b="1">
              <a:solidFill>
                <a:srgbClr val="2869E6"/>
              </a:solidFill>
              <a:latin typeface="Malgun Gothic" panose="020B0503020000020004" pitchFamily="50" charset="-127"/>
              <a:ea typeface="Malgun Gothic" panose="020B0503020000020004" pitchFamily="50" charset="-127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5A2F3F23-C25E-96E8-D60A-CB96291FB285}"/>
              </a:ext>
            </a:extLst>
          </p:cNvPr>
          <p:cNvSpPr txBox="1"/>
          <p:nvPr/>
        </p:nvSpPr>
        <p:spPr>
          <a:xfrm>
            <a:off x="533400" y="800100"/>
            <a:ext cx="10668000" cy="276999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ko-KR" altLang="en-US" sz="2600" b="1">
                <a:solidFill>
                  <a:srgbClr val="13233D"/>
                </a:solidFill>
                <a:latin typeface="Malgun Gothic" panose="020B0503020000020004" pitchFamily="50" charset="-127"/>
                <a:ea typeface="Malgun Gothic" panose="020B0503020000020004" pitchFamily="50" charset="-127"/>
              </a:rPr>
              <a:t>기본 사용 순서</a:t>
            </a:r>
          </a:p>
        </p:txBody>
      </p:sp>
      <p:cxnSp>
        <p:nvCxnSpPr>
          <p:cNvPr id="5" name="직선 연결선 4">
            <a:extLst>
              <a:ext uri="{FF2B5EF4-FFF2-40B4-BE49-F238E27FC236}">
                <a16:creationId xmlns:a16="http://schemas.microsoft.com/office/drawing/2014/main" id="{AE29C81A-27E0-6F6B-DE8F-4E69095C7D73}"/>
              </a:ext>
            </a:extLst>
          </p:cNvPr>
          <p:cNvCxnSpPr/>
          <p:nvPr/>
        </p:nvCxnSpPr>
        <p:spPr>
          <a:xfrm>
            <a:off x="533400" y="1422400"/>
            <a:ext cx="11125200" cy="0"/>
          </a:xfrm>
          <a:prstGeom prst="line">
            <a:avLst/>
          </a:prstGeom>
          <a:ln w="12700">
            <a:solidFill>
              <a:srgbClr val="D6E1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사각형: 둥근 모서리 5">
            <a:extLst>
              <a:ext uri="{FF2B5EF4-FFF2-40B4-BE49-F238E27FC236}">
                <a16:creationId xmlns:a16="http://schemas.microsoft.com/office/drawing/2014/main" id="{7F912616-41BB-207D-F317-238E56629E19}"/>
              </a:ext>
            </a:extLst>
          </p:cNvPr>
          <p:cNvSpPr/>
          <p:nvPr/>
        </p:nvSpPr>
        <p:spPr>
          <a:xfrm>
            <a:off x="533400" y="2222500"/>
            <a:ext cx="2032000" cy="24384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6E1F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7" name="사각형: 둥근 모서리 6">
            <a:extLst>
              <a:ext uri="{FF2B5EF4-FFF2-40B4-BE49-F238E27FC236}">
                <a16:creationId xmlns:a16="http://schemas.microsoft.com/office/drawing/2014/main" id="{66465F23-430A-1611-3F89-4006F9C9AD88}"/>
              </a:ext>
            </a:extLst>
          </p:cNvPr>
          <p:cNvSpPr/>
          <p:nvPr/>
        </p:nvSpPr>
        <p:spPr>
          <a:xfrm>
            <a:off x="762000" y="2463800"/>
            <a:ext cx="533400" cy="304800"/>
          </a:xfrm>
          <a:prstGeom prst="roundRect">
            <a:avLst/>
          </a:prstGeom>
          <a:solidFill>
            <a:srgbClr val="EDF5FF"/>
          </a:solidFill>
          <a:ln w="12700">
            <a:solidFill>
              <a:srgbClr val="EDF5FF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0D47A363-EDD9-B54F-0665-B2C774D2227F}"/>
              </a:ext>
            </a:extLst>
          </p:cNvPr>
          <p:cNvSpPr txBox="1"/>
          <p:nvPr/>
        </p:nvSpPr>
        <p:spPr>
          <a:xfrm>
            <a:off x="863600" y="2527300"/>
            <a:ext cx="330200" cy="276999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en-US" altLang="ko-KR" sz="1000" b="1">
                <a:solidFill>
                  <a:srgbClr val="2869E6"/>
                </a:solidFill>
                <a:latin typeface="Malgun Gothic" panose="020B0503020000020004" pitchFamily="50" charset="-127"/>
                <a:ea typeface="Malgun Gothic" panose="020B0503020000020004" pitchFamily="50" charset="-127"/>
              </a:rPr>
              <a:t>01</a:t>
            </a:r>
            <a:endParaRPr lang="ko-KR" altLang="en-US" sz="1000" b="1">
              <a:solidFill>
                <a:srgbClr val="2869E6"/>
              </a:solidFill>
              <a:latin typeface="Malgun Gothic" panose="020B0503020000020004" pitchFamily="50" charset="-127"/>
              <a:ea typeface="Malgun Gothic" panose="020B0503020000020004" pitchFamily="50" charset="-127"/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9599D8D7-578A-4421-22C3-2C85534DE062}"/>
              </a:ext>
            </a:extLst>
          </p:cNvPr>
          <p:cNvSpPr txBox="1"/>
          <p:nvPr/>
        </p:nvSpPr>
        <p:spPr>
          <a:xfrm>
            <a:off x="762000" y="3111500"/>
            <a:ext cx="1574800" cy="276999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ko-KR" altLang="en-US" sz="1500" b="1">
                <a:solidFill>
                  <a:srgbClr val="13233D"/>
                </a:solidFill>
                <a:latin typeface="Malgun Gothic" panose="020B0503020000020004" pitchFamily="50" charset="-127"/>
                <a:ea typeface="Malgun Gothic" panose="020B0503020000020004" pitchFamily="50" charset="-127"/>
              </a:rPr>
              <a:t>분야 선택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E72A6D54-C91A-D515-66D0-3C2980BC6918}"/>
              </a:ext>
            </a:extLst>
          </p:cNvPr>
          <p:cNvSpPr txBox="1"/>
          <p:nvPr/>
        </p:nvSpPr>
        <p:spPr>
          <a:xfrm>
            <a:off x="762000" y="3581400"/>
            <a:ext cx="1574800" cy="276999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ko-KR" altLang="en-US" sz="1100">
                <a:solidFill>
                  <a:srgbClr val="5B6F8C"/>
                </a:solidFill>
                <a:latin typeface="Malgun Gothic" panose="020B0503020000020004" pitchFamily="50" charset="-127"/>
                <a:ea typeface="Malgun Gothic" panose="020B0503020000020004" pitchFamily="50" charset="-127"/>
              </a:rPr>
              <a:t>전체</a:t>
            </a:r>
            <a:r>
              <a:rPr lang="en-US" altLang="ko-KR" sz="1100">
                <a:solidFill>
                  <a:srgbClr val="5B6F8C"/>
                </a:solidFill>
                <a:latin typeface="Malgun Gothic" panose="020B0503020000020004" pitchFamily="50" charset="-127"/>
                <a:ea typeface="Malgun Gothic" panose="020B0503020000020004" pitchFamily="50" charset="-127"/>
              </a:rPr>
              <a:t>·</a:t>
            </a:r>
            <a:r>
              <a:rPr lang="ko-KR" altLang="en-US" sz="1100">
                <a:solidFill>
                  <a:srgbClr val="5B6F8C"/>
                </a:solidFill>
                <a:latin typeface="Malgun Gothic" panose="020B0503020000020004" pitchFamily="50" charset="-127"/>
                <a:ea typeface="Malgun Gothic" panose="020B0503020000020004" pitchFamily="50" charset="-127"/>
              </a:rPr>
              <a:t>개인</a:t>
            </a:r>
            <a:r>
              <a:rPr lang="en-US" altLang="ko-KR" sz="1100">
                <a:solidFill>
                  <a:srgbClr val="5B6F8C"/>
                </a:solidFill>
                <a:latin typeface="Malgun Gothic" panose="020B0503020000020004" pitchFamily="50" charset="-127"/>
                <a:ea typeface="Malgun Gothic" panose="020B0503020000020004" pitchFamily="50" charset="-127"/>
              </a:rPr>
              <a:t>·</a:t>
            </a:r>
            <a:r>
              <a:rPr lang="ko-KR" altLang="en-US" sz="1100">
                <a:solidFill>
                  <a:srgbClr val="5B6F8C"/>
                </a:solidFill>
                <a:latin typeface="Malgun Gothic" panose="020B0503020000020004" pitchFamily="50" charset="-127"/>
                <a:ea typeface="Malgun Gothic" panose="020B0503020000020004" pitchFamily="50" charset="-127"/>
              </a:rPr>
              <a:t>기업</a:t>
            </a:r>
            <a:r>
              <a:rPr lang="en-US" altLang="ko-KR" sz="1100">
                <a:solidFill>
                  <a:srgbClr val="5B6F8C"/>
                </a:solidFill>
                <a:latin typeface="Malgun Gothic" panose="020B0503020000020004" pitchFamily="50" charset="-127"/>
                <a:ea typeface="Malgun Gothic" panose="020B0503020000020004" pitchFamily="50" charset="-127"/>
              </a:rPr>
              <a:t>·</a:t>
            </a:r>
            <a:r>
              <a:rPr lang="ko-KR" altLang="en-US" sz="1100">
                <a:solidFill>
                  <a:srgbClr val="5B6F8C"/>
                </a:solidFill>
                <a:latin typeface="Malgun Gothic" panose="020B0503020000020004" pitchFamily="50" charset="-127"/>
                <a:ea typeface="Malgun Gothic" panose="020B0503020000020004" pitchFamily="50" charset="-127"/>
              </a:rPr>
              <a:t>법률</a:t>
            </a:r>
            <a:r>
              <a:rPr lang="en-US" altLang="ko-KR" sz="1100">
                <a:solidFill>
                  <a:srgbClr val="5B6F8C"/>
                </a:solidFill>
                <a:latin typeface="Malgun Gothic" panose="020B0503020000020004" pitchFamily="50" charset="-127"/>
                <a:ea typeface="Malgun Gothic" panose="020B0503020000020004" pitchFamily="50" charset="-127"/>
              </a:rPr>
              <a:t>·</a:t>
            </a:r>
            <a:r>
              <a:rPr lang="ko-KR" altLang="en-US" sz="1100">
                <a:solidFill>
                  <a:srgbClr val="5B6F8C"/>
                </a:solidFill>
                <a:latin typeface="Malgun Gothic" panose="020B0503020000020004" pitchFamily="50" charset="-127"/>
                <a:ea typeface="Malgun Gothic" panose="020B0503020000020004" pitchFamily="50" charset="-127"/>
              </a:rPr>
              <a:t>규제 등 관심 영역을 고릅니다</a:t>
            </a:r>
            <a:r>
              <a:rPr lang="en-US" altLang="ko-KR" sz="1100">
                <a:solidFill>
                  <a:srgbClr val="5B6F8C"/>
                </a:solidFill>
                <a:latin typeface="Malgun Gothic" panose="020B0503020000020004" pitchFamily="50" charset="-127"/>
                <a:ea typeface="Malgun Gothic" panose="020B0503020000020004" pitchFamily="50" charset="-127"/>
              </a:rPr>
              <a:t>.</a:t>
            </a:r>
            <a:endParaRPr lang="ko-KR" altLang="en-US" sz="1100">
              <a:solidFill>
                <a:srgbClr val="5B6F8C"/>
              </a:solidFill>
              <a:latin typeface="Malgun Gothic" panose="020B0503020000020004" pitchFamily="50" charset="-127"/>
              <a:ea typeface="Malgun Gothic" panose="020B0503020000020004" pitchFamily="50" charset="-127"/>
            </a:endParaRP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B4B3BF13-F045-98E1-A36A-86230A7FA80C}"/>
              </a:ext>
            </a:extLst>
          </p:cNvPr>
          <p:cNvSpPr txBox="1"/>
          <p:nvPr/>
        </p:nvSpPr>
        <p:spPr>
          <a:xfrm>
            <a:off x="2616200" y="3175000"/>
            <a:ext cx="254000" cy="276999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 algn="ctr"/>
            <a:r>
              <a:rPr lang="ko-KR" altLang="en-US" b="1">
                <a:solidFill>
                  <a:srgbClr val="FF9E1B"/>
                </a:solidFill>
                <a:latin typeface="Malgun Gothic" panose="020B0503020000020004" pitchFamily="50" charset="-127"/>
                <a:ea typeface="Malgun Gothic" panose="020B0503020000020004" pitchFamily="50" charset="-127"/>
              </a:rPr>
              <a:t>→</a:t>
            </a:r>
          </a:p>
        </p:txBody>
      </p:sp>
      <p:sp>
        <p:nvSpPr>
          <p:cNvPr id="12" name="사각형: 둥근 모서리 11">
            <a:extLst>
              <a:ext uri="{FF2B5EF4-FFF2-40B4-BE49-F238E27FC236}">
                <a16:creationId xmlns:a16="http://schemas.microsoft.com/office/drawing/2014/main" id="{03A6939F-BCAB-13FA-C28A-C08770030A22}"/>
              </a:ext>
            </a:extLst>
          </p:cNvPr>
          <p:cNvSpPr/>
          <p:nvPr/>
        </p:nvSpPr>
        <p:spPr>
          <a:xfrm>
            <a:off x="2819400" y="2222500"/>
            <a:ext cx="2032000" cy="24384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6E1F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3" name="사각형: 둥근 모서리 12">
            <a:extLst>
              <a:ext uri="{FF2B5EF4-FFF2-40B4-BE49-F238E27FC236}">
                <a16:creationId xmlns:a16="http://schemas.microsoft.com/office/drawing/2014/main" id="{B82BDEF1-39CA-39A4-7872-30577209FE15}"/>
              </a:ext>
            </a:extLst>
          </p:cNvPr>
          <p:cNvSpPr/>
          <p:nvPr/>
        </p:nvSpPr>
        <p:spPr>
          <a:xfrm>
            <a:off x="3048000" y="2463800"/>
            <a:ext cx="533400" cy="304800"/>
          </a:xfrm>
          <a:prstGeom prst="roundRect">
            <a:avLst/>
          </a:prstGeom>
          <a:solidFill>
            <a:srgbClr val="EDF5FF"/>
          </a:solidFill>
          <a:ln w="12700">
            <a:solidFill>
              <a:srgbClr val="EDF5FF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C2F3B364-ACEE-1367-CEBA-5A46FC32BA4F}"/>
              </a:ext>
            </a:extLst>
          </p:cNvPr>
          <p:cNvSpPr txBox="1"/>
          <p:nvPr/>
        </p:nvSpPr>
        <p:spPr>
          <a:xfrm>
            <a:off x="3149600" y="2527300"/>
            <a:ext cx="330200" cy="276999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en-US" altLang="ko-KR" sz="1000" b="1">
                <a:solidFill>
                  <a:srgbClr val="2869E6"/>
                </a:solidFill>
                <a:latin typeface="Malgun Gothic" panose="020B0503020000020004" pitchFamily="50" charset="-127"/>
                <a:ea typeface="Malgun Gothic" panose="020B0503020000020004" pitchFamily="50" charset="-127"/>
              </a:rPr>
              <a:t>02</a:t>
            </a:r>
            <a:endParaRPr lang="ko-KR" altLang="en-US" sz="1000" b="1">
              <a:solidFill>
                <a:srgbClr val="2869E6"/>
              </a:solidFill>
              <a:latin typeface="Malgun Gothic" panose="020B0503020000020004" pitchFamily="50" charset="-127"/>
              <a:ea typeface="Malgun Gothic" panose="020B0503020000020004" pitchFamily="50" charset="-127"/>
            </a:endParaRP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CF979007-9F62-1800-9407-4C39964D4F4A}"/>
              </a:ext>
            </a:extLst>
          </p:cNvPr>
          <p:cNvSpPr txBox="1"/>
          <p:nvPr/>
        </p:nvSpPr>
        <p:spPr>
          <a:xfrm>
            <a:off x="3048000" y="3111500"/>
            <a:ext cx="1574800" cy="276999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ko-KR" altLang="en-US" sz="1500" b="1">
                <a:solidFill>
                  <a:srgbClr val="13233D"/>
                </a:solidFill>
                <a:latin typeface="Malgun Gothic" panose="020B0503020000020004" pitchFamily="50" charset="-127"/>
                <a:ea typeface="Malgun Gothic" panose="020B0503020000020004" pitchFamily="50" charset="-127"/>
              </a:rPr>
              <a:t>검색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8D41BAD3-C2CC-1FEF-B9DB-A77228B9EE19}"/>
              </a:ext>
            </a:extLst>
          </p:cNvPr>
          <p:cNvSpPr txBox="1"/>
          <p:nvPr/>
        </p:nvSpPr>
        <p:spPr>
          <a:xfrm>
            <a:off x="3048000" y="3581400"/>
            <a:ext cx="1574800" cy="276999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ko-KR" altLang="en-US" sz="1100">
                <a:solidFill>
                  <a:srgbClr val="5B6F8C"/>
                </a:solidFill>
                <a:latin typeface="Malgun Gothic" panose="020B0503020000020004" pitchFamily="50" charset="-127"/>
                <a:ea typeface="Malgun Gothic" panose="020B0503020000020004" pitchFamily="50" charset="-127"/>
              </a:rPr>
              <a:t>“배터리”</a:t>
            </a:r>
            <a:r>
              <a:rPr lang="en-US" altLang="ko-KR" sz="1100">
                <a:solidFill>
                  <a:srgbClr val="5B6F8C"/>
                </a:solidFill>
                <a:latin typeface="Malgun Gothic" panose="020B0503020000020004" pitchFamily="50" charset="-127"/>
                <a:ea typeface="Malgun Gothic" panose="020B0503020000020004" pitchFamily="50" charset="-127"/>
              </a:rPr>
              <a:t>, “AI”, “</a:t>
            </a:r>
            <a:r>
              <a:rPr lang="ko-KR" altLang="en-US" sz="1100">
                <a:solidFill>
                  <a:srgbClr val="5B6F8C"/>
                </a:solidFill>
                <a:latin typeface="Malgun Gothic" panose="020B0503020000020004" pitchFamily="50" charset="-127"/>
                <a:ea typeface="Malgun Gothic" panose="020B0503020000020004" pitchFamily="50" charset="-127"/>
              </a:rPr>
              <a:t>침수”처럼 키워드를 입력합니다</a:t>
            </a:r>
            <a:r>
              <a:rPr lang="en-US" altLang="ko-KR" sz="1100">
                <a:solidFill>
                  <a:srgbClr val="5B6F8C"/>
                </a:solidFill>
                <a:latin typeface="Malgun Gothic" panose="020B0503020000020004" pitchFamily="50" charset="-127"/>
                <a:ea typeface="Malgun Gothic" panose="020B0503020000020004" pitchFamily="50" charset="-127"/>
              </a:rPr>
              <a:t>.</a:t>
            </a:r>
            <a:endParaRPr lang="ko-KR" altLang="en-US" sz="1100">
              <a:solidFill>
                <a:srgbClr val="5B6F8C"/>
              </a:solidFill>
              <a:latin typeface="Malgun Gothic" panose="020B0503020000020004" pitchFamily="50" charset="-127"/>
              <a:ea typeface="Malgun Gothic" panose="020B0503020000020004" pitchFamily="50" charset="-127"/>
            </a:endParaRP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CD82F929-32B4-4359-F3BD-ADABF9670417}"/>
              </a:ext>
            </a:extLst>
          </p:cNvPr>
          <p:cNvSpPr txBox="1"/>
          <p:nvPr/>
        </p:nvSpPr>
        <p:spPr>
          <a:xfrm>
            <a:off x="4902200" y="3175000"/>
            <a:ext cx="254000" cy="276999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 algn="ctr"/>
            <a:r>
              <a:rPr lang="ko-KR" altLang="en-US" b="1">
                <a:solidFill>
                  <a:srgbClr val="FF9E1B"/>
                </a:solidFill>
                <a:latin typeface="Malgun Gothic" panose="020B0503020000020004" pitchFamily="50" charset="-127"/>
                <a:ea typeface="Malgun Gothic" panose="020B0503020000020004" pitchFamily="50" charset="-127"/>
              </a:rPr>
              <a:t>→</a:t>
            </a:r>
          </a:p>
        </p:txBody>
      </p:sp>
      <p:sp>
        <p:nvSpPr>
          <p:cNvPr id="18" name="사각형: 둥근 모서리 17">
            <a:extLst>
              <a:ext uri="{FF2B5EF4-FFF2-40B4-BE49-F238E27FC236}">
                <a16:creationId xmlns:a16="http://schemas.microsoft.com/office/drawing/2014/main" id="{81B7D3D3-80DE-520F-E486-F5292E54F4ED}"/>
              </a:ext>
            </a:extLst>
          </p:cNvPr>
          <p:cNvSpPr/>
          <p:nvPr/>
        </p:nvSpPr>
        <p:spPr>
          <a:xfrm>
            <a:off x="5105400" y="2222500"/>
            <a:ext cx="2032000" cy="24384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6E1F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9" name="사각형: 둥근 모서리 18">
            <a:extLst>
              <a:ext uri="{FF2B5EF4-FFF2-40B4-BE49-F238E27FC236}">
                <a16:creationId xmlns:a16="http://schemas.microsoft.com/office/drawing/2014/main" id="{B8355C9C-5397-FF12-E41C-34B6510A9928}"/>
              </a:ext>
            </a:extLst>
          </p:cNvPr>
          <p:cNvSpPr/>
          <p:nvPr/>
        </p:nvSpPr>
        <p:spPr>
          <a:xfrm>
            <a:off x="5334000" y="2463800"/>
            <a:ext cx="533400" cy="304800"/>
          </a:xfrm>
          <a:prstGeom prst="roundRect">
            <a:avLst/>
          </a:prstGeom>
          <a:solidFill>
            <a:srgbClr val="EDF5FF"/>
          </a:solidFill>
          <a:ln w="12700">
            <a:solidFill>
              <a:srgbClr val="EDF5FF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CA5C9D21-85E9-A50A-ADBF-391BAC72793E}"/>
              </a:ext>
            </a:extLst>
          </p:cNvPr>
          <p:cNvSpPr txBox="1"/>
          <p:nvPr/>
        </p:nvSpPr>
        <p:spPr>
          <a:xfrm>
            <a:off x="5435600" y="2527300"/>
            <a:ext cx="330200" cy="276999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en-US" altLang="ko-KR" sz="1000" b="1">
                <a:solidFill>
                  <a:srgbClr val="2869E6"/>
                </a:solidFill>
                <a:latin typeface="Malgun Gothic" panose="020B0503020000020004" pitchFamily="50" charset="-127"/>
                <a:ea typeface="Malgun Gothic" panose="020B0503020000020004" pitchFamily="50" charset="-127"/>
              </a:rPr>
              <a:t>03</a:t>
            </a:r>
            <a:endParaRPr lang="ko-KR" altLang="en-US" sz="1000" b="1">
              <a:solidFill>
                <a:srgbClr val="2869E6"/>
              </a:solidFill>
              <a:latin typeface="Malgun Gothic" panose="020B0503020000020004" pitchFamily="50" charset="-127"/>
              <a:ea typeface="Malgun Gothic" panose="020B0503020000020004" pitchFamily="50" charset="-127"/>
            </a:endParaRP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E1BDE1AA-4BD3-53F0-2622-2DC7DCD996FB}"/>
              </a:ext>
            </a:extLst>
          </p:cNvPr>
          <p:cNvSpPr txBox="1"/>
          <p:nvPr/>
        </p:nvSpPr>
        <p:spPr>
          <a:xfrm>
            <a:off x="5334000" y="3111500"/>
            <a:ext cx="1574800" cy="276999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ko-KR" altLang="en-US" sz="1500" b="1">
                <a:solidFill>
                  <a:srgbClr val="13233D"/>
                </a:solidFill>
                <a:latin typeface="Malgun Gothic" panose="020B0503020000020004" pitchFamily="50" charset="-127"/>
                <a:ea typeface="Malgun Gothic" panose="020B0503020000020004" pitchFamily="50" charset="-127"/>
              </a:rPr>
              <a:t>비교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8436AA78-F209-0E1C-6C3C-58947002CE43}"/>
              </a:ext>
            </a:extLst>
          </p:cNvPr>
          <p:cNvSpPr txBox="1"/>
          <p:nvPr/>
        </p:nvSpPr>
        <p:spPr>
          <a:xfrm>
            <a:off x="5334000" y="3581400"/>
            <a:ext cx="1574800" cy="276999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ko-KR" altLang="en-US" sz="1100">
                <a:solidFill>
                  <a:srgbClr val="5B6F8C"/>
                </a:solidFill>
                <a:latin typeface="Malgun Gothic" panose="020B0503020000020004" pitchFamily="50" charset="-127"/>
                <a:ea typeface="Malgun Gothic" panose="020B0503020000020004" pitchFamily="50" charset="-127"/>
              </a:rPr>
              <a:t>목록에서 손해</a:t>
            </a:r>
            <a:r>
              <a:rPr lang="en-US" altLang="ko-KR" sz="1100">
                <a:solidFill>
                  <a:srgbClr val="5B6F8C"/>
                </a:solidFill>
                <a:latin typeface="Malgun Gothic" panose="020B0503020000020004" pitchFamily="50" charset="-127"/>
                <a:ea typeface="Malgun Gothic" panose="020B0503020000020004" pitchFamily="50" charset="-127"/>
              </a:rPr>
              <a:t>·</a:t>
            </a:r>
            <a:r>
              <a:rPr lang="ko-KR" altLang="en-US" sz="1100">
                <a:solidFill>
                  <a:srgbClr val="5B6F8C"/>
                </a:solidFill>
                <a:latin typeface="Malgun Gothic" panose="020B0503020000020004" pitchFamily="50" charset="-127"/>
                <a:ea typeface="Malgun Gothic" panose="020B0503020000020004" pitchFamily="50" charset="-127"/>
              </a:rPr>
              <a:t>시장성</a:t>
            </a:r>
            <a:r>
              <a:rPr lang="en-US" altLang="ko-KR" sz="1100">
                <a:solidFill>
                  <a:srgbClr val="5B6F8C"/>
                </a:solidFill>
                <a:latin typeface="Malgun Gothic" panose="020B0503020000020004" pitchFamily="50" charset="-127"/>
                <a:ea typeface="Malgun Gothic" panose="020B0503020000020004" pitchFamily="50" charset="-127"/>
              </a:rPr>
              <a:t>·PML·</a:t>
            </a:r>
            <a:r>
              <a:rPr lang="ko-KR" altLang="en-US" sz="1100">
                <a:solidFill>
                  <a:srgbClr val="5B6F8C"/>
                </a:solidFill>
                <a:latin typeface="Malgun Gothic" panose="020B0503020000020004" pitchFamily="50" charset="-127"/>
                <a:ea typeface="Malgun Gothic" panose="020B0503020000020004" pitchFamily="50" charset="-127"/>
              </a:rPr>
              <a:t>점수를 비교합니다</a:t>
            </a:r>
            <a:r>
              <a:rPr lang="en-US" altLang="ko-KR" sz="1100">
                <a:solidFill>
                  <a:srgbClr val="5B6F8C"/>
                </a:solidFill>
                <a:latin typeface="Malgun Gothic" panose="020B0503020000020004" pitchFamily="50" charset="-127"/>
                <a:ea typeface="Malgun Gothic" panose="020B0503020000020004" pitchFamily="50" charset="-127"/>
              </a:rPr>
              <a:t>.</a:t>
            </a:r>
            <a:endParaRPr lang="ko-KR" altLang="en-US" sz="1100">
              <a:solidFill>
                <a:srgbClr val="5B6F8C"/>
              </a:solidFill>
              <a:latin typeface="Malgun Gothic" panose="020B0503020000020004" pitchFamily="50" charset="-127"/>
              <a:ea typeface="Malgun Gothic" panose="020B0503020000020004" pitchFamily="50" charset="-127"/>
            </a:endParaRP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7AE76CED-3BDA-25EE-088F-EF5C4182339C}"/>
              </a:ext>
            </a:extLst>
          </p:cNvPr>
          <p:cNvSpPr txBox="1"/>
          <p:nvPr/>
        </p:nvSpPr>
        <p:spPr>
          <a:xfrm>
            <a:off x="7188200" y="3175000"/>
            <a:ext cx="254000" cy="276999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 algn="ctr"/>
            <a:r>
              <a:rPr lang="ko-KR" altLang="en-US" b="1">
                <a:solidFill>
                  <a:srgbClr val="FF9E1B"/>
                </a:solidFill>
                <a:latin typeface="Malgun Gothic" panose="020B0503020000020004" pitchFamily="50" charset="-127"/>
                <a:ea typeface="Malgun Gothic" panose="020B0503020000020004" pitchFamily="50" charset="-127"/>
              </a:rPr>
              <a:t>→</a:t>
            </a:r>
          </a:p>
        </p:txBody>
      </p:sp>
      <p:sp>
        <p:nvSpPr>
          <p:cNvPr id="24" name="사각형: 둥근 모서리 23">
            <a:extLst>
              <a:ext uri="{FF2B5EF4-FFF2-40B4-BE49-F238E27FC236}">
                <a16:creationId xmlns:a16="http://schemas.microsoft.com/office/drawing/2014/main" id="{A47AF9AF-B8A1-3B80-2580-F54D71EC4602}"/>
              </a:ext>
            </a:extLst>
          </p:cNvPr>
          <p:cNvSpPr/>
          <p:nvPr/>
        </p:nvSpPr>
        <p:spPr>
          <a:xfrm>
            <a:off x="7391400" y="2222500"/>
            <a:ext cx="2032000" cy="24384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6E1F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5" name="사각형: 둥근 모서리 24">
            <a:extLst>
              <a:ext uri="{FF2B5EF4-FFF2-40B4-BE49-F238E27FC236}">
                <a16:creationId xmlns:a16="http://schemas.microsoft.com/office/drawing/2014/main" id="{8BEE2978-C99E-737D-25F4-C8472FF45F2C}"/>
              </a:ext>
            </a:extLst>
          </p:cNvPr>
          <p:cNvSpPr/>
          <p:nvPr/>
        </p:nvSpPr>
        <p:spPr>
          <a:xfrm>
            <a:off x="7620000" y="2463800"/>
            <a:ext cx="533400" cy="304800"/>
          </a:xfrm>
          <a:prstGeom prst="roundRect">
            <a:avLst/>
          </a:prstGeom>
          <a:solidFill>
            <a:srgbClr val="EDF5FF"/>
          </a:solidFill>
          <a:ln w="12700">
            <a:solidFill>
              <a:srgbClr val="EDF5FF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B0181362-691A-01C0-3F4C-3A85F3E52D95}"/>
              </a:ext>
            </a:extLst>
          </p:cNvPr>
          <p:cNvSpPr txBox="1"/>
          <p:nvPr/>
        </p:nvSpPr>
        <p:spPr>
          <a:xfrm>
            <a:off x="7721600" y="2527300"/>
            <a:ext cx="330200" cy="276999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en-US" altLang="ko-KR" sz="1000" b="1">
                <a:solidFill>
                  <a:srgbClr val="2869E6"/>
                </a:solidFill>
                <a:latin typeface="Malgun Gothic" panose="020B0503020000020004" pitchFamily="50" charset="-127"/>
                <a:ea typeface="Malgun Gothic" panose="020B0503020000020004" pitchFamily="50" charset="-127"/>
              </a:rPr>
              <a:t>04</a:t>
            </a:r>
            <a:endParaRPr lang="ko-KR" altLang="en-US" sz="1000" b="1">
              <a:solidFill>
                <a:srgbClr val="2869E6"/>
              </a:solidFill>
              <a:latin typeface="Malgun Gothic" panose="020B0503020000020004" pitchFamily="50" charset="-127"/>
              <a:ea typeface="Malgun Gothic" panose="020B0503020000020004" pitchFamily="50" charset="-127"/>
            </a:endParaRP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812218B1-05D5-DFA8-BAA4-FC03606C64AC}"/>
              </a:ext>
            </a:extLst>
          </p:cNvPr>
          <p:cNvSpPr txBox="1"/>
          <p:nvPr/>
        </p:nvSpPr>
        <p:spPr>
          <a:xfrm>
            <a:off x="7620000" y="3111500"/>
            <a:ext cx="1574800" cy="276999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ko-KR" altLang="en-US" sz="1500" b="1">
                <a:solidFill>
                  <a:srgbClr val="13233D"/>
                </a:solidFill>
                <a:latin typeface="Malgun Gothic" panose="020B0503020000020004" pitchFamily="50" charset="-127"/>
                <a:ea typeface="Malgun Gothic" panose="020B0503020000020004" pitchFamily="50" charset="-127"/>
              </a:rPr>
              <a:t>근거 확인</a:t>
            </a: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5C2295F1-4EA3-825E-C4F6-C07CD715AFAD}"/>
              </a:ext>
            </a:extLst>
          </p:cNvPr>
          <p:cNvSpPr txBox="1"/>
          <p:nvPr/>
        </p:nvSpPr>
        <p:spPr>
          <a:xfrm>
            <a:off x="7620000" y="3581400"/>
            <a:ext cx="1574800" cy="276999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ko-KR" altLang="en-US" sz="1100">
                <a:solidFill>
                  <a:srgbClr val="5B6F8C"/>
                </a:solidFill>
                <a:latin typeface="Malgun Gothic" panose="020B0503020000020004" pitchFamily="50" charset="-127"/>
                <a:ea typeface="Malgun Gothic" panose="020B0503020000020004" pitchFamily="50" charset="-127"/>
              </a:rPr>
              <a:t>오른쪽 설명에서 출처와 확인 필요 사항을 읽습니다</a:t>
            </a:r>
            <a:r>
              <a:rPr lang="en-US" altLang="ko-KR" sz="1100">
                <a:solidFill>
                  <a:srgbClr val="5B6F8C"/>
                </a:solidFill>
                <a:latin typeface="Malgun Gothic" panose="020B0503020000020004" pitchFamily="50" charset="-127"/>
                <a:ea typeface="Malgun Gothic" panose="020B0503020000020004" pitchFamily="50" charset="-127"/>
              </a:rPr>
              <a:t>.</a:t>
            </a:r>
            <a:endParaRPr lang="ko-KR" altLang="en-US" sz="1100">
              <a:solidFill>
                <a:srgbClr val="5B6F8C"/>
              </a:solidFill>
              <a:latin typeface="Malgun Gothic" panose="020B0503020000020004" pitchFamily="50" charset="-127"/>
              <a:ea typeface="Malgun Gothic" panose="020B0503020000020004" pitchFamily="50" charset="-127"/>
            </a:endParaRP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26F8F8D9-E836-27FC-7044-135AB6346B9E}"/>
              </a:ext>
            </a:extLst>
          </p:cNvPr>
          <p:cNvSpPr txBox="1"/>
          <p:nvPr/>
        </p:nvSpPr>
        <p:spPr>
          <a:xfrm>
            <a:off x="9474200" y="3175000"/>
            <a:ext cx="254000" cy="276999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 algn="ctr"/>
            <a:r>
              <a:rPr lang="ko-KR" altLang="en-US" b="1">
                <a:solidFill>
                  <a:srgbClr val="FF9E1B"/>
                </a:solidFill>
                <a:latin typeface="Malgun Gothic" panose="020B0503020000020004" pitchFamily="50" charset="-127"/>
                <a:ea typeface="Malgun Gothic" panose="020B0503020000020004" pitchFamily="50" charset="-127"/>
              </a:rPr>
              <a:t>→</a:t>
            </a:r>
          </a:p>
        </p:txBody>
      </p:sp>
      <p:sp>
        <p:nvSpPr>
          <p:cNvPr id="30" name="사각형: 둥근 모서리 29">
            <a:extLst>
              <a:ext uri="{FF2B5EF4-FFF2-40B4-BE49-F238E27FC236}">
                <a16:creationId xmlns:a16="http://schemas.microsoft.com/office/drawing/2014/main" id="{AC0A1DFB-9050-C7A4-3994-FD54488D8259}"/>
              </a:ext>
            </a:extLst>
          </p:cNvPr>
          <p:cNvSpPr/>
          <p:nvPr/>
        </p:nvSpPr>
        <p:spPr>
          <a:xfrm>
            <a:off x="9677400" y="2222500"/>
            <a:ext cx="2032000" cy="24384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6E1F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31" name="사각형: 둥근 모서리 30">
            <a:extLst>
              <a:ext uri="{FF2B5EF4-FFF2-40B4-BE49-F238E27FC236}">
                <a16:creationId xmlns:a16="http://schemas.microsoft.com/office/drawing/2014/main" id="{FC5E3C9A-71BD-5428-72AA-61BFB47F0D55}"/>
              </a:ext>
            </a:extLst>
          </p:cNvPr>
          <p:cNvSpPr/>
          <p:nvPr/>
        </p:nvSpPr>
        <p:spPr>
          <a:xfrm>
            <a:off x="9906000" y="2463800"/>
            <a:ext cx="533400" cy="304800"/>
          </a:xfrm>
          <a:prstGeom prst="roundRect">
            <a:avLst/>
          </a:prstGeom>
          <a:solidFill>
            <a:srgbClr val="EDF5FF"/>
          </a:solidFill>
          <a:ln w="12700">
            <a:solidFill>
              <a:srgbClr val="EDF5FF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0ABCDD4A-12EF-8764-318C-7398478D03EC}"/>
              </a:ext>
            </a:extLst>
          </p:cNvPr>
          <p:cNvSpPr txBox="1"/>
          <p:nvPr/>
        </p:nvSpPr>
        <p:spPr>
          <a:xfrm>
            <a:off x="10007600" y="2527300"/>
            <a:ext cx="330200" cy="276999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en-US" altLang="ko-KR" sz="1000" b="1">
                <a:solidFill>
                  <a:srgbClr val="2869E6"/>
                </a:solidFill>
                <a:latin typeface="Malgun Gothic" panose="020B0503020000020004" pitchFamily="50" charset="-127"/>
                <a:ea typeface="Malgun Gothic" panose="020B0503020000020004" pitchFamily="50" charset="-127"/>
              </a:rPr>
              <a:t>05</a:t>
            </a:r>
            <a:endParaRPr lang="ko-KR" altLang="en-US" sz="1000" b="1">
              <a:solidFill>
                <a:srgbClr val="2869E6"/>
              </a:solidFill>
              <a:latin typeface="Malgun Gothic" panose="020B0503020000020004" pitchFamily="50" charset="-127"/>
              <a:ea typeface="Malgun Gothic" panose="020B0503020000020004" pitchFamily="50" charset="-127"/>
            </a:endParaRPr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AD85AB4C-E4D3-2EBC-45A4-2F8102FDFF7E}"/>
              </a:ext>
            </a:extLst>
          </p:cNvPr>
          <p:cNvSpPr txBox="1"/>
          <p:nvPr/>
        </p:nvSpPr>
        <p:spPr>
          <a:xfrm>
            <a:off x="9906000" y="3111500"/>
            <a:ext cx="1574800" cy="276999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ko-KR" altLang="en-US" sz="1500" b="1">
                <a:solidFill>
                  <a:srgbClr val="13233D"/>
                </a:solidFill>
                <a:latin typeface="Malgun Gothic" panose="020B0503020000020004" pitchFamily="50" charset="-127"/>
                <a:ea typeface="Malgun Gothic" panose="020B0503020000020004" pitchFamily="50" charset="-127"/>
              </a:rPr>
              <a:t>상세 이동</a:t>
            </a:r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40A26449-6127-D0C6-42FD-D4F99F3C161D}"/>
              </a:ext>
            </a:extLst>
          </p:cNvPr>
          <p:cNvSpPr txBox="1"/>
          <p:nvPr/>
        </p:nvSpPr>
        <p:spPr>
          <a:xfrm>
            <a:off x="9906000" y="3581400"/>
            <a:ext cx="1574800" cy="276999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ko-KR" altLang="en-US" sz="1100">
                <a:solidFill>
                  <a:srgbClr val="5B6F8C"/>
                </a:solidFill>
                <a:latin typeface="Malgun Gothic" panose="020B0503020000020004" pitchFamily="50" charset="-127"/>
                <a:ea typeface="Malgun Gothic" panose="020B0503020000020004" pitchFamily="50" charset="-127"/>
              </a:rPr>
              <a:t>우선순위가 높은 후보를 위험 상세로 넘깁니다</a:t>
            </a:r>
            <a:r>
              <a:rPr lang="en-US" altLang="ko-KR" sz="1100">
                <a:solidFill>
                  <a:srgbClr val="5B6F8C"/>
                </a:solidFill>
                <a:latin typeface="Malgun Gothic" panose="020B0503020000020004" pitchFamily="50" charset="-127"/>
                <a:ea typeface="Malgun Gothic" panose="020B0503020000020004" pitchFamily="50" charset="-127"/>
              </a:rPr>
              <a:t>.</a:t>
            </a:r>
            <a:endParaRPr lang="ko-KR" altLang="en-US" sz="1100">
              <a:solidFill>
                <a:srgbClr val="5B6F8C"/>
              </a:solidFill>
              <a:latin typeface="Malgun Gothic" panose="020B0503020000020004" pitchFamily="50" charset="-127"/>
              <a:ea typeface="Malgun Gothic" panose="020B0503020000020004" pitchFamily="50" charset="-127"/>
            </a:endParaRPr>
          </a:p>
        </p:txBody>
      </p:sp>
      <p:cxnSp>
        <p:nvCxnSpPr>
          <p:cNvPr id="35" name="직선 연결선 34">
            <a:extLst>
              <a:ext uri="{FF2B5EF4-FFF2-40B4-BE49-F238E27FC236}">
                <a16:creationId xmlns:a16="http://schemas.microsoft.com/office/drawing/2014/main" id="{CE8DFE3C-8749-475D-83B8-5AD1D945483D}"/>
              </a:ext>
            </a:extLst>
          </p:cNvPr>
          <p:cNvCxnSpPr/>
          <p:nvPr/>
        </p:nvCxnSpPr>
        <p:spPr>
          <a:xfrm>
            <a:off x="533400" y="6438900"/>
            <a:ext cx="11125200" cy="0"/>
          </a:xfrm>
          <a:prstGeom prst="line">
            <a:avLst/>
          </a:prstGeom>
          <a:ln w="12700">
            <a:solidFill>
              <a:srgbClr val="D6E1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6" name="TextBox 35">
            <a:extLst>
              <a:ext uri="{FF2B5EF4-FFF2-40B4-BE49-F238E27FC236}">
                <a16:creationId xmlns:a16="http://schemas.microsoft.com/office/drawing/2014/main" id="{1C30497A-D391-DC9B-2C20-B91A34FFF36B}"/>
              </a:ext>
            </a:extLst>
          </p:cNvPr>
          <p:cNvSpPr txBox="1"/>
          <p:nvPr/>
        </p:nvSpPr>
        <p:spPr>
          <a:xfrm>
            <a:off x="533400" y="6578600"/>
            <a:ext cx="6350000" cy="276999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en-US" altLang="ko-KR" sz="900">
                <a:solidFill>
                  <a:srgbClr val="5B6F8C"/>
                </a:solidFill>
                <a:latin typeface="Malgun Gothic" panose="020B0503020000020004" pitchFamily="50" charset="-127"/>
                <a:ea typeface="Malgun Gothic" panose="020B0503020000020004" pitchFamily="50" charset="-127"/>
              </a:rPr>
              <a:t>HI RISK STUDIO - RISK EXPLORATION USER GUIDE</a:t>
            </a:r>
            <a:endParaRPr lang="ko-KR" altLang="en-US" sz="900">
              <a:solidFill>
                <a:srgbClr val="5B6F8C"/>
              </a:solidFill>
              <a:latin typeface="Malgun Gothic" panose="020B0503020000020004" pitchFamily="50" charset="-127"/>
              <a:ea typeface="Malgun Gothic" panose="020B0503020000020004" pitchFamily="50" charset="-127"/>
            </a:endParaRPr>
          </a:p>
        </p:txBody>
      </p:sp>
      <p:sp>
        <p:nvSpPr>
          <p:cNvPr id="37" name="TextBox 36">
            <a:extLst>
              <a:ext uri="{FF2B5EF4-FFF2-40B4-BE49-F238E27FC236}">
                <a16:creationId xmlns:a16="http://schemas.microsoft.com/office/drawing/2014/main" id="{E7071981-6095-E2D0-A1B0-46AB42177BA7}"/>
              </a:ext>
            </a:extLst>
          </p:cNvPr>
          <p:cNvSpPr txBox="1"/>
          <p:nvPr/>
        </p:nvSpPr>
        <p:spPr>
          <a:xfrm>
            <a:off x="10922000" y="6578600"/>
            <a:ext cx="736600" cy="276999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 algn="r"/>
            <a:r>
              <a:rPr lang="en-US" altLang="ko-KR" sz="900">
                <a:solidFill>
                  <a:srgbClr val="5B6F8C"/>
                </a:solidFill>
                <a:latin typeface="Malgun Gothic" panose="020B0503020000020004" pitchFamily="50" charset="-127"/>
                <a:ea typeface="Malgun Gothic" panose="020B0503020000020004" pitchFamily="50" charset="-127"/>
              </a:rPr>
              <a:t>4 / 12</a:t>
            </a:r>
            <a:endParaRPr lang="ko-KR" altLang="en-US" sz="900">
              <a:solidFill>
                <a:srgbClr val="5B6F8C"/>
              </a:solidFill>
              <a:latin typeface="Malgun Gothic" panose="020B0503020000020004" pitchFamily="50" charset="-127"/>
              <a:ea typeface="Malgun Gothic" panose="020B0503020000020004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363559596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F4F70B1D-11AE-94C8-6DF4-F2F463728551}"/>
              </a:ext>
            </a:extLst>
          </p:cNvPr>
          <p:cNvSpPr txBox="1"/>
          <p:nvPr/>
        </p:nvSpPr>
        <p:spPr>
          <a:xfrm>
            <a:off x="533400" y="355600"/>
            <a:ext cx="533400" cy="276999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en-US" altLang="ko-KR" sz="1300" b="1">
                <a:solidFill>
                  <a:srgbClr val="2869E6"/>
                </a:solidFill>
                <a:latin typeface="Malgun Gothic" panose="020B0503020000020004" pitchFamily="50" charset="-127"/>
                <a:ea typeface="Malgun Gothic" panose="020B0503020000020004" pitchFamily="50" charset="-127"/>
              </a:rPr>
              <a:t>05</a:t>
            </a:r>
            <a:endParaRPr lang="ko-KR" altLang="en-US" sz="1300" b="1">
              <a:solidFill>
                <a:srgbClr val="2869E6"/>
              </a:solidFill>
              <a:latin typeface="Malgun Gothic" panose="020B0503020000020004" pitchFamily="50" charset="-127"/>
              <a:ea typeface="Malgun Gothic" panose="020B0503020000020004" pitchFamily="50" charset="-127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EDD45F9B-4953-71C8-9962-DF9CDD866318}"/>
              </a:ext>
            </a:extLst>
          </p:cNvPr>
          <p:cNvSpPr txBox="1"/>
          <p:nvPr/>
        </p:nvSpPr>
        <p:spPr>
          <a:xfrm>
            <a:off x="1168400" y="393700"/>
            <a:ext cx="3810000" cy="276999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en-US" altLang="ko-KR" sz="900" b="1">
                <a:solidFill>
                  <a:srgbClr val="2869E6"/>
                </a:solidFill>
                <a:latin typeface="Malgun Gothic" panose="020B0503020000020004" pitchFamily="50" charset="-127"/>
                <a:ea typeface="Malgun Gothic" panose="020B0503020000020004" pitchFamily="50" charset="-127"/>
              </a:rPr>
              <a:t>RISK EXPLORATION</a:t>
            </a:r>
            <a:endParaRPr lang="ko-KR" altLang="en-US" sz="900" b="1">
              <a:solidFill>
                <a:srgbClr val="2869E6"/>
              </a:solidFill>
              <a:latin typeface="Malgun Gothic" panose="020B0503020000020004" pitchFamily="50" charset="-127"/>
              <a:ea typeface="Malgun Gothic" panose="020B0503020000020004" pitchFamily="50" charset="-127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65F647C9-BB4C-E44C-9E6C-C2ADD33E8711}"/>
              </a:ext>
            </a:extLst>
          </p:cNvPr>
          <p:cNvSpPr txBox="1"/>
          <p:nvPr/>
        </p:nvSpPr>
        <p:spPr>
          <a:xfrm>
            <a:off x="533400" y="800100"/>
            <a:ext cx="10668000" cy="276999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ko-KR" altLang="en-US" sz="2600" b="1">
                <a:solidFill>
                  <a:srgbClr val="13233D"/>
                </a:solidFill>
                <a:latin typeface="Malgun Gothic" panose="020B0503020000020004" pitchFamily="50" charset="-127"/>
                <a:ea typeface="Malgun Gothic" panose="020B0503020000020004" pitchFamily="50" charset="-127"/>
              </a:rPr>
              <a:t>후보 한 줄을 읽는 법</a:t>
            </a:r>
          </a:p>
        </p:txBody>
      </p:sp>
      <p:cxnSp>
        <p:nvCxnSpPr>
          <p:cNvPr id="5" name="직선 연결선 4">
            <a:extLst>
              <a:ext uri="{FF2B5EF4-FFF2-40B4-BE49-F238E27FC236}">
                <a16:creationId xmlns:a16="http://schemas.microsoft.com/office/drawing/2014/main" id="{FD6FDE75-121F-FB32-CB7A-9AAFF4218375}"/>
              </a:ext>
            </a:extLst>
          </p:cNvPr>
          <p:cNvCxnSpPr/>
          <p:nvPr/>
        </p:nvCxnSpPr>
        <p:spPr>
          <a:xfrm>
            <a:off x="533400" y="1422400"/>
            <a:ext cx="11125200" cy="0"/>
          </a:xfrm>
          <a:prstGeom prst="line">
            <a:avLst/>
          </a:prstGeom>
          <a:ln w="12700">
            <a:solidFill>
              <a:srgbClr val="D6E1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>
            <a:extLst>
              <a:ext uri="{FF2B5EF4-FFF2-40B4-BE49-F238E27FC236}">
                <a16:creationId xmlns:a16="http://schemas.microsoft.com/office/drawing/2014/main" id="{AD5C2282-1348-1543-8FD5-08C7E1FEF0FC}"/>
              </a:ext>
            </a:extLst>
          </p:cNvPr>
          <p:cNvSpPr txBox="1"/>
          <p:nvPr/>
        </p:nvSpPr>
        <p:spPr>
          <a:xfrm>
            <a:off x="533400" y="1676400"/>
            <a:ext cx="10795000" cy="276999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ko-KR" altLang="en-US" sz="1600" b="1">
                <a:solidFill>
                  <a:srgbClr val="13233D"/>
                </a:solidFill>
                <a:latin typeface="Malgun Gothic" panose="020B0503020000020004" pitchFamily="50" charset="-127"/>
                <a:ea typeface="Malgun Gothic" panose="020B0503020000020004" pitchFamily="50" charset="-127"/>
              </a:rPr>
              <a:t>제목만 보지 말고 “손해가 어떻게 커지는지”와 “다음에 무엇을 확인해야 하는지”까지 읽습니다</a:t>
            </a:r>
            <a:r>
              <a:rPr lang="en-US" altLang="ko-KR" sz="1600" b="1">
                <a:solidFill>
                  <a:srgbClr val="13233D"/>
                </a:solidFill>
                <a:latin typeface="Malgun Gothic" panose="020B0503020000020004" pitchFamily="50" charset="-127"/>
                <a:ea typeface="Malgun Gothic" panose="020B0503020000020004" pitchFamily="50" charset="-127"/>
              </a:rPr>
              <a:t>.</a:t>
            </a:r>
            <a:endParaRPr lang="ko-KR" altLang="en-US" sz="1600" b="1">
              <a:solidFill>
                <a:srgbClr val="13233D"/>
              </a:solidFill>
              <a:latin typeface="Malgun Gothic" panose="020B0503020000020004" pitchFamily="50" charset="-127"/>
              <a:ea typeface="Malgun Gothic" panose="020B0503020000020004" pitchFamily="50" charset="-127"/>
            </a:endParaRPr>
          </a:p>
        </p:txBody>
      </p:sp>
      <p:sp>
        <p:nvSpPr>
          <p:cNvPr id="7" name="사각형: 둥근 모서리 6">
            <a:extLst>
              <a:ext uri="{FF2B5EF4-FFF2-40B4-BE49-F238E27FC236}">
                <a16:creationId xmlns:a16="http://schemas.microsoft.com/office/drawing/2014/main" id="{9A9F53D1-36DA-228C-94D5-982CE22625D6}"/>
              </a:ext>
            </a:extLst>
          </p:cNvPr>
          <p:cNvSpPr/>
          <p:nvPr/>
        </p:nvSpPr>
        <p:spPr>
          <a:xfrm>
            <a:off x="533400" y="1905000"/>
            <a:ext cx="2565400" cy="2032000"/>
          </a:xfrm>
          <a:prstGeom prst="roundRect">
            <a:avLst/>
          </a:prstGeom>
          <a:solidFill>
            <a:srgbClr val="EDF5FF"/>
          </a:solidFill>
          <a:ln w="12700">
            <a:solidFill>
              <a:srgbClr val="D6E1F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8" name="사각형: 둥근 모서리 7">
            <a:extLst>
              <a:ext uri="{FF2B5EF4-FFF2-40B4-BE49-F238E27FC236}">
                <a16:creationId xmlns:a16="http://schemas.microsoft.com/office/drawing/2014/main" id="{198CF8C1-32B0-8A22-55B5-EAF96EA1E64E}"/>
              </a:ext>
            </a:extLst>
          </p:cNvPr>
          <p:cNvSpPr/>
          <p:nvPr/>
        </p:nvSpPr>
        <p:spPr>
          <a:xfrm>
            <a:off x="533400" y="1905000"/>
            <a:ext cx="63500" cy="2032000"/>
          </a:xfrm>
          <a:prstGeom prst="roundRect">
            <a:avLst/>
          </a:prstGeom>
          <a:solidFill>
            <a:srgbClr val="2869E6"/>
          </a:solidFill>
          <a:ln w="12700">
            <a:solidFill>
              <a:srgbClr val="2869E6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937C4A66-2873-23DC-EA8D-2ADB927533B0}"/>
              </a:ext>
            </a:extLst>
          </p:cNvPr>
          <p:cNvSpPr txBox="1"/>
          <p:nvPr/>
        </p:nvSpPr>
        <p:spPr>
          <a:xfrm>
            <a:off x="762000" y="2108200"/>
            <a:ext cx="2133600" cy="276999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ko-KR" altLang="en-US" sz="1600" b="1">
                <a:solidFill>
                  <a:srgbClr val="13233D"/>
                </a:solidFill>
                <a:latin typeface="Malgun Gothic" panose="020B0503020000020004" pitchFamily="50" charset="-127"/>
                <a:ea typeface="Malgun Gothic" panose="020B0503020000020004" pitchFamily="50" charset="-127"/>
              </a:rPr>
              <a:t>위험 후보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C4C37E85-E0E4-FC9C-C0CC-41C3AF3209E5}"/>
              </a:ext>
            </a:extLst>
          </p:cNvPr>
          <p:cNvSpPr txBox="1"/>
          <p:nvPr/>
        </p:nvSpPr>
        <p:spPr>
          <a:xfrm>
            <a:off x="762000" y="2527300"/>
            <a:ext cx="2133600" cy="276999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ko-KR" altLang="en-US" sz="1200">
                <a:solidFill>
                  <a:srgbClr val="5B6F8C"/>
                </a:solidFill>
                <a:latin typeface="Malgun Gothic" panose="020B0503020000020004" pitchFamily="50" charset="-127"/>
                <a:ea typeface="Malgun Gothic" panose="020B0503020000020004" pitchFamily="50" charset="-127"/>
              </a:rPr>
              <a:t>보험상품명이 아닙니다</a:t>
            </a:r>
            <a:r>
              <a:rPr lang="en-US" altLang="ko-KR" sz="1200">
                <a:solidFill>
                  <a:srgbClr val="5B6F8C"/>
                </a:solidFill>
                <a:latin typeface="Malgun Gothic" panose="020B0503020000020004" pitchFamily="50" charset="-127"/>
                <a:ea typeface="Malgun Gothic" panose="020B0503020000020004" pitchFamily="50" charset="-127"/>
              </a:rPr>
              <a:t>.
</a:t>
            </a:r>
            <a:r>
              <a:rPr lang="ko-KR" altLang="en-US" sz="1200">
                <a:solidFill>
                  <a:srgbClr val="5B6F8C"/>
                </a:solidFill>
                <a:latin typeface="Malgun Gothic" panose="020B0503020000020004" pitchFamily="50" charset="-127"/>
                <a:ea typeface="Malgun Gothic" panose="020B0503020000020004" pitchFamily="50" charset="-127"/>
              </a:rPr>
              <a:t>추가 검토할 주제의 이름입니다</a:t>
            </a:r>
            <a:r>
              <a:rPr lang="en-US" altLang="ko-KR" sz="1200">
                <a:solidFill>
                  <a:srgbClr val="5B6F8C"/>
                </a:solidFill>
                <a:latin typeface="Malgun Gothic" panose="020B0503020000020004" pitchFamily="50" charset="-127"/>
                <a:ea typeface="Malgun Gothic" panose="020B0503020000020004" pitchFamily="50" charset="-127"/>
              </a:rPr>
              <a:t>.</a:t>
            </a:r>
            <a:endParaRPr lang="ko-KR" altLang="en-US" sz="1200">
              <a:solidFill>
                <a:srgbClr val="5B6F8C"/>
              </a:solidFill>
              <a:latin typeface="Malgun Gothic" panose="020B0503020000020004" pitchFamily="50" charset="-127"/>
              <a:ea typeface="Malgun Gothic" panose="020B0503020000020004" pitchFamily="50" charset="-127"/>
            </a:endParaRPr>
          </a:p>
        </p:txBody>
      </p:sp>
      <p:sp>
        <p:nvSpPr>
          <p:cNvPr id="11" name="사각형: 둥근 모서리 10">
            <a:extLst>
              <a:ext uri="{FF2B5EF4-FFF2-40B4-BE49-F238E27FC236}">
                <a16:creationId xmlns:a16="http://schemas.microsoft.com/office/drawing/2014/main" id="{ED3AF3E1-AC5C-5C91-93F8-FACD6D7DAEE0}"/>
              </a:ext>
            </a:extLst>
          </p:cNvPr>
          <p:cNvSpPr/>
          <p:nvPr/>
        </p:nvSpPr>
        <p:spPr>
          <a:xfrm>
            <a:off x="3327400" y="1905000"/>
            <a:ext cx="2565400" cy="2032000"/>
          </a:xfrm>
          <a:prstGeom prst="roundRect">
            <a:avLst/>
          </a:prstGeom>
          <a:solidFill>
            <a:srgbClr val="FFF7E8"/>
          </a:solidFill>
          <a:ln w="12700">
            <a:solidFill>
              <a:srgbClr val="D6E1F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2" name="사각형: 둥근 모서리 11">
            <a:extLst>
              <a:ext uri="{FF2B5EF4-FFF2-40B4-BE49-F238E27FC236}">
                <a16:creationId xmlns:a16="http://schemas.microsoft.com/office/drawing/2014/main" id="{8119D9EE-D6DE-1413-BAF9-2205EF468B36}"/>
              </a:ext>
            </a:extLst>
          </p:cNvPr>
          <p:cNvSpPr/>
          <p:nvPr/>
        </p:nvSpPr>
        <p:spPr>
          <a:xfrm>
            <a:off x="3327400" y="1905000"/>
            <a:ext cx="63500" cy="2032000"/>
          </a:xfrm>
          <a:prstGeom prst="roundRect">
            <a:avLst/>
          </a:prstGeom>
          <a:solidFill>
            <a:srgbClr val="FF9E1B"/>
          </a:solidFill>
          <a:ln w="12700">
            <a:solidFill>
              <a:srgbClr val="FF9E1B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79C73647-C576-1583-2C8E-89254C5DBF65}"/>
              </a:ext>
            </a:extLst>
          </p:cNvPr>
          <p:cNvSpPr txBox="1"/>
          <p:nvPr/>
        </p:nvSpPr>
        <p:spPr>
          <a:xfrm>
            <a:off x="3556000" y="2108200"/>
            <a:ext cx="2133600" cy="276999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ko-KR" altLang="en-US" sz="1600" b="1">
                <a:solidFill>
                  <a:srgbClr val="13233D"/>
                </a:solidFill>
                <a:latin typeface="Malgun Gothic" panose="020B0503020000020004" pitchFamily="50" charset="-127"/>
                <a:ea typeface="Malgun Gothic" panose="020B0503020000020004" pitchFamily="50" charset="-127"/>
              </a:rPr>
              <a:t>손해</a:t>
            </a:r>
            <a:r>
              <a:rPr lang="en-US" altLang="ko-KR" sz="1600" b="1">
                <a:solidFill>
                  <a:srgbClr val="13233D"/>
                </a:solidFill>
                <a:latin typeface="Malgun Gothic" panose="020B0503020000020004" pitchFamily="50" charset="-127"/>
                <a:ea typeface="Malgun Gothic" panose="020B0503020000020004" pitchFamily="50" charset="-127"/>
              </a:rPr>
              <a:t>·</a:t>
            </a:r>
            <a:r>
              <a:rPr lang="ko-KR" altLang="en-US" sz="1600" b="1">
                <a:solidFill>
                  <a:srgbClr val="13233D"/>
                </a:solidFill>
                <a:latin typeface="Malgun Gothic" panose="020B0503020000020004" pitchFamily="50" charset="-127"/>
                <a:ea typeface="Malgun Gothic" panose="020B0503020000020004" pitchFamily="50" charset="-127"/>
              </a:rPr>
              <a:t>보장 공백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BF03E3A6-2D17-4BE4-FB25-C0C8CD8E3613}"/>
              </a:ext>
            </a:extLst>
          </p:cNvPr>
          <p:cNvSpPr txBox="1"/>
          <p:nvPr/>
        </p:nvSpPr>
        <p:spPr>
          <a:xfrm>
            <a:off x="3556000" y="2527300"/>
            <a:ext cx="2133600" cy="276999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ko-KR" altLang="en-US" sz="1200">
                <a:solidFill>
                  <a:srgbClr val="5B6F8C"/>
                </a:solidFill>
                <a:latin typeface="Malgun Gothic" panose="020B0503020000020004" pitchFamily="50" charset="-127"/>
                <a:ea typeface="Malgun Gothic" panose="020B0503020000020004" pitchFamily="50" charset="-127"/>
              </a:rPr>
              <a:t>어떤 손해가 생기고
기존 보험이 어디까지 닿는지 봅니다</a:t>
            </a:r>
            <a:r>
              <a:rPr lang="en-US" altLang="ko-KR" sz="1200">
                <a:solidFill>
                  <a:srgbClr val="5B6F8C"/>
                </a:solidFill>
                <a:latin typeface="Malgun Gothic" panose="020B0503020000020004" pitchFamily="50" charset="-127"/>
                <a:ea typeface="Malgun Gothic" panose="020B0503020000020004" pitchFamily="50" charset="-127"/>
              </a:rPr>
              <a:t>.</a:t>
            </a:r>
            <a:endParaRPr lang="ko-KR" altLang="en-US" sz="1200">
              <a:solidFill>
                <a:srgbClr val="5B6F8C"/>
              </a:solidFill>
              <a:latin typeface="Malgun Gothic" panose="020B0503020000020004" pitchFamily="50" charset="-127"/>
              <a:ea typeface="Malgun Gothic" panose="020B0503020000020004" pitchFamily="50" charset="-127"/>
            </a:endParaRPr>
          </a:p>
        </p:txBody>
      </p:sp>
      <p:sp>
        <p:nvSpPr>
          <p:cNvPr id="15" name="사각형: 둥근 모서리 14">
            <a:extLst>
              <a:ext uri="{FF2B5EF4-FFF2-40B4-BE49-F238E27FC236}">
                <a16:creationId xmlns:a16="http://schemas.microsoft.com/office/drawing/2014/main" id="{933D0367-AB1F-16F0-696A-C2F409B0E120}"/>
              </a:ext>
            </a:extLst>
          </p:cNvPr>
          <p:cNvSpPr/>
          <p:nvPr/>
        </p:nvSpPr>
        <p:spPr>
          <a:xfrm>
            <a:off x="6121400" y="1905000"/>
            <a:ext cx="2565400" cy="2032000"/>
          </a:xfrm>
          <a:prstGeom prst="roundRect">
            <a:avLst/>
          </a:prstGeom>
          <a:solidFill>
            <a:srgbClr val="E9F9F3"/>
          </a:solidFill>
          <a:ln w="12700">
            <a:solidFill>
              <a:srgbClr val="D6E1F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6" name="사각형: 둥근 모서리 15">
            <a:extLst>
              <a:ext uri="{FF2B5EF4-FFF2-40B4-BE49-F238E27FC236}">
                <a16:creationId xmlns:a16="http://schemas.microsoft.com/office/drawing/2014/main" id="{D48AB8BF-E853-6D4F-6CE5-120BA07E70F3}"/>
              </a:ext>
            </a:extLst>
          </p:cNvPr>
          <p:cNvSpPr/>
          <p:nvPr/>
        </p:nvSpPr>
        <p:spPr>
          <a:xfrm>
            <a:off x="6121400" y="1905000"/>
            <a:ext cx="63500" cy="2032000"/>
          </a:xfrm>
          <a:prstGeom prst="roundRect">
            <a:avLst/>
          </a:prstGeom>
          <a:solidFill>
            <a:srgbClr val="148E68"/>
          </a:solidFill>
          <a:ln w="12700">
            <a:solidFill>
              <a:srgbClr val="148E6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4511AC4F-C073-11E1-A6AE-26EA83294465}"/>
              </a:ext>
            </a:extLst>
          </p:cNvPr>
          <p:cNvSpPr txBox="1"/>
          <p:nvPr/>
        </p:nvSpPr>
        <p:spPr>
          <a:xfrm>
            <a:off x="6350000" y="2108200"/>
            <a:ext cx="2133600" cy="276999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ko-KR" altLang="en-US" sz="1600" b="1">
                <a:solidFill>
                  <a:srgbClr val="13233D"/>
                </a:solidFill>
                <a:latin typeface="Malgun Gothic" panose="020B0503020000020004" pitchFamily="50" charset="-127"/>
                <a:ea typeface="Malgun Gothic" panose="020B0503020000020004" pitchFamily="50" charset="-127"/>
              </a:rPr>
              <a:t>대상</a:t>
            </a:r>
            <a:r>
              <a:rPr lang="en-US" altLang="ko-KR" sz="1600" b="1">
                <a:solidFill>
                  <a:srgbClr val="13233D"/>
                </a:solidFill>
                <a:latin typeface="Malgun Gothic" panose="020B0503020000020004" pitchFamily="50" charset="-127"/>
                <a:ea typeface="Malgun Gothic" panose="020B0503020000020004" pitchFamily="50" charset="-127"/>
              </a:rPr>
              <a:t>·</a:t>
            </a:r>
            <a:r>
              <a:rPr lang="ko-KR" altLang="en-US" sz="1600" b="1">
                <a:solidFill>
                  <a:srgbClr val="13233D"/>
                </a:solidFill>
                <a:latin typeface="Malgun Gothic" panose="020B0503020000020004" pitchFamily="50" charset="-127"/>
                <a:ea typeface="Malgun Gothic" panose="020B0503020000020004" pitchFamily="50" charset="-127"/>
              </a:rPr>
              <a:t>태그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4D58CC5B-521F-B610-E23F-C433E10FEB34}"/>
              </a:ext>
            </a:extLst>
          </p:cNvPr>
          <p:cNvSpPr txBox="1"/>
          <p:nvPr/>
        </p:nvSpPr>
        <p:spPr>
          <a:xfrm>
            <a:off x="6350000" y="2527300"/>
            <a:ext cx="2133600" cy="276999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ko-KR" altLang="en-US" sz="1200">
                <a:solidFill>
                  <a:srgbClr val="5B6F8C"/>
                </a:solidFill>
                <a:latin typeface="Malgun Gothic" panose="020B0503020000020004" pitchFamily="50" charset="-127"/>
                <a:ea typeface="Malgun Gothic" panose="020B0503020000020004" pitchFamily="50" charset="-127"/>
              </a:rPr>
              <a:t>누가 영향을 받는지
기업</a:t>
            </a:r>
            <a:r>
              <a:rPr lang="en-US" altLang="ko-KR" sz="1200">
                <a:solidFill>
                  <a:srgbClr val="5B6F8C"/>
                </a:solidFill>
                <a:latin typeface="Malgun Gothic" panose="020B0503020000020004" pitchFamily="50" charset="-127"/>
                <a:ea typeface="Malgun Gothic" panose="020B0503020000020004" pitchFamily="50" charset="-127"/>
              </a:rPr>
              <a:t>·</a:t>
            </a:r>
            <a:r>
              <a:rPr lang="ko-KR" altLang="en-US" sz="1200">
                <a:solidFill>
                  <a:srgbClr val="5B6F8C"/>
                </a:solidFill>
                <a:latin typeface="Malgun Gothic" panose="020B0503020000020004" pitchFamily="50" charset="-127"/>
                <a:ea typeface="Malgun Gothic" panose="020B0503020000020004" pitchFamily="50" charset="-127"/>
              </a:rPr>
              <a:t>개인</a:t>
            </a:r>
            <a:r>
              <a:rPr lang="en-US" altLang="ko-KR" sz="1200">
                <a:solidFill>
                  <a:srgbClr val="5B6F8C"/>
                </a:solidFill>
                <a:latin typeface="Malgun Gothic" panose="020B0503020000020004" pitchFamily="50" charset="-127"/>
                <a:ea typeface="Malgun Gothic" panose="020B0503020000020004" pitchFamily="50" charset="-127"/>
              </a:rPr>
              <a:t>·</a:t>
            </a:r>
            <a:r>
              <a:rPr lang="ko-KR" altLang="en-US" sz="1200">
                <a:solidFill>
                  <a:srgbClr val="5B6F8C"/>
                </a:solidFill>
                <a:latin typeface="Malgun Gothic" panose="020B0503020000020004" pitchFamily="50" charset="-127"/>
                <a:ea typeface="Malgun Gothic" panose="020B0503020000020004" pitchFamily="50" charset="-127"/>
              </a:rPr>
              <a:t>기후 등을 구분합니다</a:t>
            </a:r>
            <a:r>
              <a:rPr lang="en-US" altLang="ko-KR" sz="1200">
                <a:solidFill>
                  <a:srgbClr val="5B6F8C"/>
                </a:solidFill>
                <a:latin typeface="Malgun Gothic" panose="020B0503020000020004" pitchFamily="50" charset="-127"/>
                <a:ea typeface="Malgun Gothic" panose="020B0503020000020004" pitchFamily="50" charset="-127"/>
              </a:rPr>
              <a:t>.</a:t>
            </a:r>
            <a:endParaRPr lang="ko-KR" altLang="en-US" sz="1200">
              <a:solidFill>
                <a:srgbClr val="5B6F8C"/>
              </a:solidFill>
              <a:latin typeface="Malgun Gothic" panose="020B0503020000020004" pitchFamily="50" charset="-127"/>
              <a:ea typeface="Malgun Gothic" panose="020B0503020000020004" pitchFamily="50" charset="-127"/>
            </a:endParaRPr>
          </a:p>
        </p:txBody>
      </p:sp>
      <p:sp>
        <p:nvSpPr>
          <p:cNvPr id="19" name="사각형: 둥근 모서리 18">
            <a:extLst>
              <a:ext uri="{FF2B5EF4-FFF2-40B4-BE49-F238E27FC236}">
                <a16:creationId xmlns:a16="http://schemas.microsoft.com/office/drawing/2014/main" id="{395DBFB9-FABE-25B0-340A-854F329FBDE8}"/>
              </a:ext>
            </a:extLst>
          </p:cNvPr>
          <p:cNvSpPr/>
          <p:nvPr/>
        </p:nvSpPr>
        <p:spPr>
          <a:xfrm>
            <a:off x="8915400" y="1905000"/>
            <a:ext cx="2565400" cy="2032000"/>
          </a:xfrm>
          <a:prstGeom prst="roundRect">
            <a:avLst/>
          </a:prstGeom>
          <a:solidFill>
            <a:srgbClr val="FFF0F1"/>
          </a:solidFill>
          <a:ln w="12700">
            <a:solidFill>
              <a:srgbClr val="D6E1F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0" name="사각형: 둥근 모서리 19">
            <a:extLst>
              <a:ext uri="{FF2B5EF4-FFF2-40B4-BE49-F238E27FC236}">
                <a16:creationId xmlns:a16="http://schemas.microsoft.com/office/drawing/2014/main" id="{8BAC75FD-8150-A463-B8E9-93197DF25D2B}"/>
              </a:ext>
            </a:extLst>
          </p:cNvPr>
          <p:cNvSpPr/>
          <p:nvPr/>
        </p:nvSpPr>
        <p:spPr>
          <a:xfrm>
            <a:off x="8915400" y="1905000"/>
            <a:ext cx="63500" cy="2032000"/>
          </a:xfrm>
          <a:prstGeom prst="roundRect">
            <a:avLst/>
          </a:prstGeom>
          <a:solidFill>
            <a:srgbClr val="C4393F"/>
          </a:solidFill>
          <a:ln w="12700">
            <a:solidFill>
              <a:srgbClr val="C4393F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B71989BC-F4D3-C795-9452-2CFAF0A14345}"/>
              </a:ext>
            </a:extLst>
          </p:cNvPr>
          <p:cNvSpPr txBox="1"/>
          <p:nvPr/>
        </p:nvSpPr>
        <p:spPr>
          <a:xfrm>
            <a:off x="9144000" y="2108200"/>
            <a:ext cx="2133600" cy="276999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ko-KR" altLang="en-US" sz="1600" b="1">
                <a:solidFill>
                  <a:srgbClr val="13233D"/>
                </a:solidFill>
                <a:latin typeface="Malgun Gothic" panose="020B0503020000020004" pitchFamily="50" charset="-127"/>
                <a:ea typeface="Malgun Gothic" panose="020B0503020000020004" pitchFamily="50" charset="-127"/>
              </a:rPr>
              <a:t>다음 행동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B784BCC6-1D33-9399-8531-2E7FBBAEB881}"/>
              </a:ext>
            </a:extLst>
          </p:cNvPr>
          <p:cNvSpPr txBox="1"/>
          <p:nvPr/>
        </p:nvSpPr>
        <p:spPr>
          <a:xfrm>
            <a:off x="9144000" y="2527300"/>
            <a:ext cx="2133600" cy="276999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ko-KR" altLang="en-US" sz="1200">
                <a:solidFill>
                  <a:srgbClr val="5B6F8C"/>
                </a:solidFill>
                <a:latin typeface="Malgun Gothic" panose="020B0503020000020004" pitchFamily="50" charset="-127"/>
                <a:ea typeface="Malgun Gothic" panose="020B0503020000020004" pitchFamily="50" charset="-127"/>
              </a:rPr>
              <a:t>상세 검토</a:t>
            </a:r>
            <a:r>
              <a:rPr lang="en-US" altLang="ko-KR" sz="1200">
                <a:solidFill>
                  <a:srgbClr val="5B6F8C"/>
                </a:solidFill>
                <a:latin typeface="Malgun Gothic" panose="020B0503020000020004" pitchFamily="50" charset="-127"/>
                <a:ea typeface="Malgun Gothic" panose="020B0503020000020004" pitchFamily="50" charset="-127"/>
              </a:rPr>
              <a:t>, </a:t>
            </a:r>
            <a:r>
              <a:rPr lang="ko-KR" altLang="en-US" sz="1200">
                <a:solidFill>
                  <a:srgbClr val="5B6F8C"/>
                </a:solidFill>
                <a:latin typeface="Malgun Gothic" panose="020B0503020000020004" pitchFamily="50" charset="-127"/>
                <a:ea typeface="Malgun Gothic" panose="020B0503020000020004" pitchFamily="50" charset="-127"/>
              </a:rPr>
              <a:t>법령 확인</a:t>
            </a:r>
            <a:r>
              <a:rPr lang="en-US" altLang="ko-KR" sz="1200">
                <a:solidFill>
                  <a:srgbClr val="5B6F8C"/>
                </a:solidFill>
                <a:latin typeface="Malgun Gothic" panose="020B0503020000020004" pitchFamily="50" charset="-127"/>
                <a:ea typeface="Malgun Gothic" panose="020B0503020000020004" pitchFamily="50" charset="-127"/>
              </a:rPr>
              <a:t>,
</a:t>
            </a:r>
            <a:r>
              <a:rPr lang="ko-KR" altLang="en-US" sz="1200">
                <a:solidFill>
                  <a:srgbClr val="5B6F8C"/>
                </a:solidFill>
                <a:latin typeface="Malgun Gothic" panose="020B0503020000020004" pitchFamily="50" charset="-127"/>
                <a:ea typeface="Malgun Gothic" panose="020B0503020000020004" pitchFamily="50" charset="-127"/>
              </a:rPr>
              <a:t>추가 데이터 수집 중 하나를 선택합니다</a:t>
            </a:r>
            <a:r>
              <a:rPr lang="en-US" altLang="ko-KR" sz="1200">
                <a:solidFill>
                  <a:srgbClr val="5B6F8C"/>
                </a:solidFill>
                <a:latin typeface="Malgun Gothic" panose="020B0503020000020004" pitchFamily="50" charset="-127"/>
                <a:ea typeface="Malgun Gothic" panose="020B0503020000020004" pitchFamily="50" charset="-127"/>
              </a:rPr>
              <a:t>.</a:t>
            </a:r>
            <a:endParaRPr lang="ko-KR" altLang="en-US" sz="1200">
              <a:solidFill>
                <a:srgbClr val="5B6F8C"/>
              </a:solidFill>
              <a:latin typeface="Malgun Gothic" panose="020B0503020000020004" pitchFamily="50" charset="-127"/>
              <a:ea typeface="Malgun Gothic" panose="020B0503020000020004" pitchFamily="50" charset="-127"/>
            </a:endParaRPr>
          </a:p>
        </p:txBody>
      </p:sp>
      <p:cxnSp>
        <p:nvCxnSpPr>
          <p:cNvPr id="23" name="직선 연결선 22">
            <a:extLst>
              <a:ext uri="{FF2B5EF4-FFF2-40B4-BE49-F238E27FC236}">
                <a16:creationId xmlns:a16="http://schemas.microsoft.com/office/drawing/2014/main" id="{D096519F-12BB-2BEF-EAFF-E5A1BAD0758D}"/>
              </a:ext>
            </a:extLst>
          </p:cNvPr>
          <p:cNvCxnSpPr/>
          <p:nvPr/>
        </p:nvCxnSpPr>
        <p:spPr>
          <a:xfrm>
            <a:off x="533400" y="6438900"/>
            <a:ext cx="11125200" cy="0"/>
          </a:xfrm>
          <a:prstGeom prst="line">
            <a:avLst/>
          </a:prstGeom>
          <a:ln w="12700">
            <a:solidFill>
              <a:srgbClr val="D6E1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4" name="TextBox 23">
            <a:extLst>
              <a:ext uri="{FF2B5EF4-FFF2-40B4-BE49-F238E27FC236}">
                <a16:creationId xmlns:a16="http://schemas.microsoft.com/office/drawing/2014/main" id="{46576ACB-895A-4661-C2CA-208FF3AA6C9D}"/>
              </a:ext>
            </a:extLst>
          </p:cNvPr>
          <p:cNvSpPr txBox="1"/>
          <p:nvPr/>
        </p:nvSpPr>
        <p:spPr>
          <a:xfrm>
            <a:off x="533400" y="6578600"/>
            <a:ext cx="6350000" cy="276999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en-US" altLang="ko-KR" sz="900">
                <a:solidFill>
                  <a:srgbClr val="5B6F8C"/>
                </a:solidFill>
                <a:latin typeface="Malgun Gothic" panose="020B0503020000020004" pitchFamily="50" charset="-127"/>
                <a:ea typeface="Malgun Gothic" panose="020B0503020000020004" pitchFamily="50" charset="-127"/>
              </a:rPr>
              <a:t>HI RISK STUDIO - RISK EXPLORATION USER GUIDE</a:t>
            </a:r>
            <a:endParaRPr lang="ko-KR" altLang="en-US" sz="900">
              <a:solidFill>
                <a:srgbClr val="5B6F8C"/>
              </a:solidFill>
              <a:latin typeface="Malgun Gothic" panose="020B0503020000020004" pitchFamily="50" charset="-127"/>
              <a:ea typeface="Malgun Gothic" panose="020B0503020000020004" pitchFamily="50" charset="-127"/>
            </a:endParaRP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731C4E9E-BBBF-C9DA-E09C-3FAEECF6AA65}"/>
              </a:ext>
            </a:extLst>
          </p:cNvPr>
          <p:cNvSpPr txBox="1"/>
          <p:nvPr/>
        </p:nvSpPr>
        <p:spPr>
          <a:xfrm>
            <a:off x="10922000" y="6578600"/>
            <a:ext cx="736600" cy="276999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 algn="r"/>
            <a:r>
              <a:rPr lang="en-US" altLang="ko-KR" sz="900">
                <a:solidFill>
                  <a:srgbClr val="5B6F8C"/>
                </a:solidFill>
                <a:latin typeface="Malgun Gothic" panose="020B0503020000020004" pitchFamily="50" charset="-127"/>
                <a:ea typeface="Malgun Gothic" panose="020B0503020000020004" pitchFamily="50" charset="-127"/>
              </a:rPr>
              <a:t>5 / 12</a:t>
            </a:r>
            <a:endParaRPr lang="ko-KR" altLang="en-US" sz="900">
              <a:solidFill>
                <a:srgbClr val="5B6F8C"/>
              </a:solidFill>
              <a:latin typeface="Malgun Gothic" panose="020B0503020000020004" pitchFamily="50" charset="-127"/>
              <a:ea typeface="Malgun Gothic" panose="020B0503020000020004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1650089526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82DB6511-02C1-B47A-5041-70BF2C748DA8}"/>
              </a:ext>
            </a:extLst>
          </p:cNvPr>
          <p:cNvSpPr txBox="1"/>
          <p:nvPr/>
        </p:nvSpPr>
        <p:spPr>
          <a:xfrm>
            <a:off x="533400" y="355600"/>
            <a:ext cx="533400" cy="276999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en-US" altLang="ko-KR" sz="1300" b="1">
                <a:solidFill>
                  <a:srgbClr val="2869E6"/>
                </a:solidFill>
                <a:latin typeface="Malgun Gothic" panose="020B0503020000020004" pitchFamily="50" charset="-127"/>
                <a:ea typeface="Malgun Gothic" panose="020B0503020000020004" pitchFamily="50" charset="-127"/>
              </a:rPr>
              <a:t>06</a:t>
            </a:r>
            <a:endParaRPr lang="ko-KR" altLang="en-US" sz="1300" b="1">
              <a:solidFill>
                <a:srgbClr val="2869E6"/>
              </a:solidFill>
              <a:latin typeface="Malgun Gothic" panose="020B0503020000020004" pitchFamily="50" charset="-127"/>
              <a:ea typeface="Malgun Gothic" panose="020B0503020000020004" pitchFamily="50" charset="-127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87063E7D-531F-21D0-3016-147B9E04FB01}"/>
              </a:ext>
            </a:extLst>
          </p:cNvPr>
          <p:cNvSpPr txBox="1"/>
          <p:nvPr/>
        </p:nvSpPr>
        <p:spPr>
          <a:xfrm>
            <a:off x="1168400" y="393700"/>
            <a:ext cx="3810000" cy="276999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en-US" altLang="ko-KR" sz="900" b="1">
                <a:solidFill>
                  <a:srgbClr val="2869E6"/>
                </a:solidFill>
                <a:latin typeface="Malgun Gothic" panose="020B0503020000020004" pitchFamily="50" charset="-127"/>
                <a:ea typeface="Malgun Gothic" panose="020B0503020000020004" pitchFamily="50" charset="-127"/>
              </a:rPr>
              <a:t>RISK EXPLORATION</a:t>
            </a:r>
            <a:endParaRPr lang="ko-KR" altLang="en-US" sz="900" b="1">
              <a:solidFill>
                <a:srgbClr val="2869E6"/>
              </a:solidFill>
              <a:latin typeface="Malgun Gothic" panose="020B0503020000020004" pitchFamily="50" charset="-127"/>
              <a:ea typeface="Malgun Gothic" panose="020B0503020000020004" pitchFamily="50" charset="-127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A6C023DD-0E4F-8534-90C1-2D9DC919180D}"/>
              </a:ext>
            </a:extLst>
          </p:cNvPr>
          <p:cNvSpPr txBox="1"/>
          <p:nvPr/>
        </p:nvSpPr>
        <p:spPr>
          <a:xfrm>
            <a:off x="533400" y="800100"/>
            <a:ext cx="10668000" cy="276999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ko-KR" altLang="en-US" sz="2600" b="1">
                <a:solidFill>
                  <a:srgbClr val="13233D"/>
                </a:solidFill>
                <a:latin typeface="Malgun Gothic" panose="020B0503020000020004" pitchFamily="50" charset="-127"/>
                <a:ea typeface="Malgun Gothic" panose="020B0503020000020004" pitchFamily="50" charset="-127"/>
              </a:rPr>
              <a:t>시장성</a:t>
            </a:r>
            <a:r>
              <a:rPr lang="en-US" altLang="ko-KR" sz="2600" b="1">
                <a:solidFill>
                  <a:srgbClr val="13233D"/>
                </a:solidFill>
                <a:latin typeface="Malgun Gothic" panose="020B0503020000020004" pitchFamily="50" charset="-127"/>
                <a:ea typeface="Malgun Gothic" panose="020B0503020000020004" pitchFamily="50" charset="-127"/>
              </a:rPr>
              <a:t>·PML·</a:t>
            </a:r>
            <a:r>
              <a:rPr lang="ko-KR" altLang="en-US" sz="2600" b="1">
                <a:solidFill>
                  <a:srgbClr val="13233D"/>
                </a:solidFill>
                <a:latin typeface="Malgun Gothic" panose="020B0503020000020004" pitchFamily="50" charset="-127"/>
                <a:ea typeface="Malgun Gothic" panose="020B0503020000020004" pitchFamily="50" charset="-127"/>
              </a:rPr>
              <a:t>종합점수는 무엇인가요</a:t>
            </a:r>
            <a:r>
              <a:rPr lang="en-US" altLang="ko-KR" sz="2600" b="1">
                <a:solidFill>
                  <a:srgbClr val="13233D"/>
                </a:solidFill>
                <a:latin typeface="Malgun Gothic" panose="020B0503020000020004" pitchFamily="50" charset="-127"/>
                <a:ea typeface="Malgun Gothic" panose="020B0503020000020004" pitchFamily="50" charset="-127"/>
              </a:rPr>
              <a:t>?</a:t>
            </a:r>
            <a:endParaRPr lang="ko-KR" altLang="en-US" sz="2600" b="1">
              <a:solidFill>
                <a:srgbClr val="13233D"/>
              </a:solidFill>
              <a:latin typeface="Malgun Gothic" panose="020B0503020000020004" pitchFamily="50" charset="-127"/>
              <a:ea typeface="Malgun Gothic" panose="020B0503020000020004" pitchFamily="50" charset="-127"/>
            </a:endParaRPr>
          </a:p>
        </p:txBody>
      </p:sp>
      <p:cxnSp>
        <p:nvCxnSpPr>
          <p:cNvPr id="5" name="직선 연결선 4">
            <a:extLst>
              <a:ext uri="{FF2B5EF4-FFF2-40B4-BE49-F238E27FC236}">
                <a16:creationId xmlns:a16="http://schemas.microsoft.com/office/drawing/2014/main" id="{80E35411-7A05-21F0-0F67-9997E9C13876}"/>
              </a:ext>
            </a:extLst>
          </p:cNvPr>
          <p:cNvCxnSpPr/>
          <p:nvPr/>
        </p:nvCxnSpPr>
        <p:spPr>
          <a:xfrm>
            <a:off x="533400" y="1422400"/>
            <a:ext cx="11125200" cy="0"/>
          </a:xfrm>
          <a:prstGeom prst="line">
            <a:avLst/>
          </a:prstGeom>
          <a:ln w="12700">
            <a:solidFill>
              <a:srgbClr val="D6E1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사각형: 둥근 모서리 5">
            <a:extLst>
              <a:ext uri="{FF2B5EF4-FFF2-40B4-BE49-F238E27FC236}">
                <a16:creationId xmlns:a16="http://schemas.microsoft.com/office/drawing/2014/main" id="{1CAAD729-4BBC-16C4-4349-10D64AAD5C57}"/>
              </a:ext>
            </a:extLst>
          </p:cNvPr>
          <p:cNvSpPr/>
          <p:nvPr/>
        </p:nvSpPr>
        <p:spPr>
          <a:xfrm>
            <a:off x="533400" y="2387600"/>
            <a:ext cx="3429000" cy="2286000"/>
          </a:xfrm>
          <a:prstGeom prst="roundRect">
            <a:avLst/>
          </a:prstGeom>
          <a:solidFill>
            <a:srgbClr val="EDF5FF"/>
          </a:solidFill>
          <a:ln w="12700">
            <a:solidFill>
              <a:srgbClr val="D6E1F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7" name="사각형: 둥근 모서리 6">
            <a:extLst>
              <a:ext uri="{FF2B5EF4-FFF2-40B4-BE49-F238E27FC236}">
                <a16:creationId xmlns:a16="http://schemas.microsoft.com/office/drawing/2014/main" id="{A5067A23-D31F-01CB-64A7-1176011C6137}"/>
              </a:ext>
            </a:extLst>
          </p:cNvPr>
          <p:cNvSpPr/>
          <p:nvPr/>
        </p:nvSpPr>
        <p:spPr>
          <a:xfrm>
            <a:off x="533400" y="2387600"/>
            <a:ext cx="63500" cy="2286000"/>
          </a:xfrm>
          <a:prstGeom prst="roundRect">
            <a:avLst/>
          </a:prstGeom>
          <a:solidFill>
            <a:srgbClr val="2869E6"/>
          </a:solidFill>
          <a:ln w="12700">
            <a:solidFill>
              <a:srgbClr val="2869E6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AB600BCE-1A5C-AF42-D10B-0CED77640F4E}"/>
              </a:ext>
            </a:extLst>
          </p:cNvPr>
          <p:cNvSpPr txBox="1"/>
          <p:nvPr/>
        </p:nvSpPr>
        <p:spPr>
          <a:xfrm>
            <a:off x="762000" y="2590800"/>
            <a:ext cx="2997200" cy="276999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ko-KR" altLang="en-US" sz="1600" b="1">
                <a:solidFill>
                  <a:srgbClr val="13233D"/>
                </a:solidFill>
                <a:latin typeface="Malgun Gothic" panose="020B0503020000020004" pitchFamily="50" charset="-127"/>
                <a:ea typeface="Malgun Gothic" panose="020B0503020000020004" pitchFamily="50" charset="-127"/>
              </a:rPr>
              <a:t>시장성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6F9B3287-3AEC-ABC8-1579-B59C9711FAB8}"/>
              </a:ext>
            </a:extLst>
          </p:cNvPr>
          <p:cNvSpPr txBox="1"/>
          <p:nvPr/>
        </p:nvSpPr>
        <p:spPr>
          <a:xfrm>
            <a:off x="762000" y="3009900"/>
            <a:ext cx="2997200" cy="276999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ko-KR" altLang="en-US" sz="1200">
                <a:solidFill>
                  <a:srgbClr val="5B6F8C"/>
                </a:solidFill>
                <a:latin typeface="Malgun Gothic" panose="020B0503020000020004" pitchFamily="50" charset="-127"/>
                <a:ea typeface="Malgun Gothic" panose="020B0503020000020004" pitchFamily="50" charset="-127"/>
              </a:rPr>
              <a:t>보험을 필요로 할 대상과 반복 수요가 얼마나 뚜렷한지 보는 값입니다</a:t>
            </a:r>
            <a:r>
              <a:rPr lang="en-US" altLang="ko-KR" sz="1200">
                <a:solidFill>
                  <a:srgbClr val="5B6F8C"/>
                </a:solidFill>
                <a:latin typeface="Malgun Gothic" panose="020B0503020000020004" pitchFamily="50" charset="-127"/>
                <a:ea typeface="Malgun Gothic" panose="020B0503020000020004" pitchFamily="50" charset="-127"/>
              </a:rPr>
              <a:t>.
</a:t>
            </a:r>
            <a:r>
              <a:rPr lang="ko-KR" altLang="en-US" sz="1200">
                <a:solidFill>
                  <a:srgbClr val="5B6F8C"/>
                </a:solidFill>
                <a:latin typeface="Malgun Gothic" panose="020B0503020000020004" pitchFamily="50" charset="-127"/>
                <a:ea typeface="Malgun Gothic" panose="020B0503020000020004" pitchFamily="50" charset="-127"/>
              </a:rPr>
              <a:t>예</a:t>
            </a:r>
            <a:r>
              <a:rPr lang="en-US" altLang="ko-KR" sz="1200">
                <a:solidFill>
                  <a:srgbClr val="5B6F8C"/>
                </a:solidFill>
                <a:latin typeface="Malgun Gothic" panose="020B0503020000020004" pitchFamily="50" charset="-127"/>
                <a:ea typeface="Malgun Gothic" panose="020B0503020000020004" pitchFamily="50" charset="-127"/>
              </a:rPr>
              <a:t>: </a:t>
            </a:r>
            <a:r>
              <a:rPr lang="ko-KR" altLang="en-US" sz="1200">
                <a:solidFill>
                  <a:srgbClr val="5B6F8C"/>
                </a:solidFill>
                <a:latin typeface="Malgun Gothic" panose="020B0503020000020004" pitchFamily="50" charset="-127"/>
                <a:ea typeface="Malgun Gothic" panose="020B0503020000020004" pitchFamily="50" charset="-127"/>
              </a:rPr>
              <a:t>피해 대상이 많고 매년 비슷한 수요가 생기는가</a:t>
            </a:r>
            <a:r>
              <a:rPr lang="en-US" altLang="ko-KR" sz="1200">
                <a:solidFill>
                  <a:srgbClr val="5B6F8C"/>
                </a:solidFill>
                <a:latin typeface="Malgun Gothic" panose="020B0503020000020004" pitchFamily="50" charset="-127"/>
                <a:ea typeface="Malgun Gothic" panose="020B0503020000020004" pitchFamily="50" charset="-127"/>
              </a:rPr>
              <a:t>?</a:t>
            </a:r>
            <a:endParaRPr lang="ko-KR" altLang="en-US" sz="1200">
              <a:solidFill>
                <a:srgbClr val="5B6F8C"/>
              </a:solidFill>
              <a:latin typeface="Malgun Gothic" panose="020B0503020000020004" pitchFamily="50" charset="-127"/>
              <a:ea typeface="Malgun Gothic" panose="020B0503020000020004" pitchFamily="50" charset="-127"/>
            </a:endParaRPr>
          </a:p>
        </p:txBody>
      </p:sp>
      <p:sp>
        <p:nvSpPr>
          <p:cNvPr id="10" name="사각형: 둥근 모서리 9">
            <a:extLst>
              <a:ext uri="{FF2B5EF4-FFF2-40B4-BE49-F238E27FC236}">
                <a16:creationId xmlns:a16="http://schemas.microsoft.com/office/drawing/2014/main" id="{1510F420-D551-DBE1-DF5B-B3E73D1E623E}"/>
              </a:ext>
            </a:extLst>
          </p:cNvPr>
          <p:cNvSpPr/>
          <p:nvPr/>
        </p:nvSpPr>
        <p:spPr>
          <a:xfrm>
            <a:off x="4381500" y="2387600"/>
            <a:ext cx="3429000" cy="2286000"/>
          </a:xfrm>
          <a:prstGeom prst="roundRect">
            <a:avLst/>
          </a:prstGeom>
          <a:solidFill>
            <a:srgbClr val="E9F9F3"/>
          </a:solidFill>
          <a:ln w="12700">
            <a:solidFill>
              <a:srgbClr val="D6E1F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1" name="사각형: 둥근 모서리 10">
            <a:extLst>
              <a:ext uri="{FF2B5EF4-FFF2-40B4-BE49-F238E27FC236}">
                <a16:creationId xmlns:a16="http://schemas.microsoft.com/office/drawing/2014/main" id="{F3FE2195-85CD-BE5A-7652-2E0F04AE9D61}"/>
              </a:ext>
            </a:extLst>
          </p:cNvPr>
          <p:cNvSpPr/>
          <p:nvPr/>
        </p:nvSpPr>
        <p:spPr>
          <a:xfrm>
            <a:off x="4381500" y="2387600"/>
            <a:ext cx="63500" cy="2286000"/>
          </a:xfrm>
          <a:prstGeom prst="roundRect">
            <a:avLst/>
          </a:prstGeom>
          <a:solidFill>
            <a:srgbClr val="148E68"/>
          </a:solidFill>
          <a:ln w="12700">
            <a:solidFill>
              <a:srgbClr val="148E6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53019AD0-881B-1F84-E843-FCB40FFFBB1B}"/>
              </a:ext>
            </a:extLst>
          </p:cNvPr>
          <p:cNvSpPr txBox="1"/>
          <p:nvPr/>
        </p:nvSpPr>
        <p:spPr>
          <a:xfrm>
            <a:off x="4610100" y="2590800"/>
            <a:ext cx="2997200" cy="276999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en-US" altLang="ko-KR" sz="1600" b="1">
                <a:solidFill>
                  <a:srgbClr val="13233D"/>
                </a:solidFill>
                <a:latin typeface="Malgun Gothic" panose="020B0503020000020004" pitchFamily="50" charset="-127"/>
                <a:ea typeface="Malgun Gothic" panose="020B0503020000020004" pitchFamily="50" charset="-127"/>
              </a:rPr>
              <a:t>PML</a:t>
            </a:r>
            <a:endParaRPr lang="ko-KR" altLang="en-US" sz="1600" b="1">
              <a:solidFill>
                <a:srgbClr val="13233D"/>
              </a:solidFill>
              <a:latin typeface="Malgun Gothic" panose="020B0503020000020004" pitchFamily="50" charset="-127"/>
              <a:ea typeface="Malgun Gothic" panose="020B0503020000020004" pitchFamily="50" charset="-127"/>
            </a:endParaRP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83F62DC9-AE8E-CC57-0495-2D94E741E2FB}"/>
              </a:ext>
            </a:extLst>
          </p:cNvPr>
          <p:cNvSpPr txBox="1"/>
          <p:nvPr/>
        </p:nvSpPr>
        <p:spPr>
          <a:xfrm>
            <a:off x="4610100" y="3009900"/>
            <a:ext cx="2997200" cy="276999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ko-KR" altLang="en-US" sz="1200">
                <a:solidFill>
                  <a:srgbClr val="5B6F8C"/>
                </a:solidFill>
                <a:latin typeface="Malgun Gothic" panose="020B0503020000020004" pitchFamily="50" charset="-127"/>
                <a:ea typeface="Malgun Gothic" panose="020B0503020000020004" pitchFamily="50" charset="-127"/>
              </a:rPr>
              <a:t>한 번의 큰 사고 또는 누적 사고에서 발생할 수 있는 최대 예상 손해 규모입니다</a:t>
            </a:r>
            <a:r>
              <a:rPr lang="en-US" altLang="ko-KR" sz="1200">
                <a:solidFill>
                  <a:srgbClr val="5B6F8C"/>
                </a:solidFill>
                <a:latin typeface="Malgun Gothic" panose="020B0503020000020004" pitchFamily="50" charset="-127"/>
                <a:ea typeface="Malgun Gothic" panose="020B0503020000020004" pitchFamily="50" charset="-127"/>
              </a:rPr>
              <a:t>.
</a:t>
            </a:r>
            <a:r>
              <a:rPr lang="ko-KR" altLang="en-US" sz="1200">
                <a:solidFill>
                  <a:srgbClr val="5B6F8C"/>
                </a:solidFill>
                <a:latin typeface="Malgun Gothic" panose="020B0503020000020004" pitchFamily="50" charset="-127"/>
                <a:ea typeface="Malgun Gothic" panose="020B0503020000020004" pitchFamily="50" charset="-127"/>
              </a:rPr>
              <a:t>예</a:t>
            </a:r>
            <a:r>
              <a:rPr lang="en-US" altLang="ko-KR" sz="1200">
                <a:solidFill>
                  <a:srgbClr val="5B6F8C"/>
                </a:solidFill>
                <a:latin typeface="Malgun Gothic" panose="020B0503020000020004" pitchFamily="50" charset="-127"/>
                <a:ea typeface="Malgun Gothic" panose="020B0503020000020004" pitchFamily="50" charset="-127"/>
              </a:rPr>
              <a:t>: </a:t>
            </a:r>
            <a:r>
              <a:rPr lang="ko-KR" altLang="en-US" sz="1200">
                <a:solidFill>
                  <a:srgbClr val="5B6F8C"/>
                </a:solidFill>
                <a:latin typeface="Malgun Gothic" panose="020B0503020000020004" pitchFamily="50" charset="-127"/>
                <a:ea typeface="Malgun Gothic" panose="020B0503020000020004" pitchFamily="50" charset="-127"/>
              </a:rPr>
              <a:t>화재 한 건이 시설</a:t>
            </a:r>
            <a:r>
              <a:rPr lang="en-US" altLang="ko-KR" sz="1200">
                <a:solidFill>
                  <a:srgbClr val="5B6F8C"/>
                </a:solidFill>
                <a:latin typeface="Malgun Gothic" panose="020B0503020000020004" pitchFamily="50" charset="-127"/>
                <a:ea typeface="Malgun Gothic" panose="020B0503020000020004" pitchFamily="50" charset="-127"/>
              </a:rPr>
              <a:t>·</a:t>
            </a:r>
            <a:r>
              <a:rPr lang="ko-KR" altLang="en-US" sz="1200">
                <a:solidFill>
                  <a:srgbClr val="5B6F8C"/>
                </a:solidFill>
                <a:latin typeface="Malgun Gothic" panose="020B0503020000020004" pitchFamily="50" charset="-127"/>
                <a:ea typeface="Malgun Gothic" panose="020B0503020000020004" pitchFamily="50" charset="-127"/>
              </a:rPr>
              <a:t>재고</a:t>
            </a:r>
            <a:r>
              <a:rPr lang="en-US" altLang="ko-KR" sz="1200">
                <a:solidFill>
                  <a:srgbClr val="5B6F8C"/>
                </a:solidFill>
                <a:latin typeface="Malgun Gothic" panose="020B0503020000020004" pitchFamily="50" charset="-127"/>
                <a:ea typeface="Malgun Gothic" panose="020B0503020000020004" pitchFamily="50" charset="-127"/>
              </a:rPr>
              <a:t>·</a:t>
            </a:r>
            <a:r>
              <a:rPr lang="ko-KR" altLang="en-US" sz="1200">
                <a:solidFill>
                  <a:srgbClr val="5B6F8C"/>
                </a:solidFill>
                <a:latin typeface="Malgun Gothic" panose="020B0503020000020004" pitchFamily="50" charset="-127"/>
                <a:ea typeface="Malgun Gothic" panose="020B0503020000020004" pitchFamily="50" charset="-127"/>
              </a:rPr>
              <a:t>영업중단으로 커지는가</a:t>
            </a:r>
            <a:r>
              <a:rPr lang="en-US" altLang="ko-KR" sz="1200">
                <a:solidFill>
                  <a:srgbClr val="5B6F8C"/>
                </a:solidFill>
                <a:latin typeface="Malgun Gothic" panose="020B0503020000020004" pitchFamily="50" charset="-127"/>
                <a:ea typeface="Malgun Gothic" panose="020B0503020000020004" pitchFamily="50" charset="-127"/>
              </a:rPr>
              <a:t>?</a:t>
            </a:r>
            <a:endParaRPr lang="ko-KR" altLang="en-US" sz="1200">
              <a:solidFill>
                <a:srgbClr val="5B6F8C"/>
              </a:solidFill>
              <a:latin typeface="Malgun Gothic" panose="020B0503020000020004" pitchFamily="50" charset="-127"/>
              <a:ea typeface="Malgun Gothic" panose="020B0503020000020004" pitchFamily="50" charset="-127"/>
            </a:endParaRPr>
          </a:p>
        </p:txBody>
      </p:sp>
      <p:sp>
        <p:nvSpPr>
          <p:cNvPr id="14" name="사각형: 둥근 모서리 13">
            <a:extLst>
              <a:ext uri="{FF2B5EF4-FFF2-40B4-BE49-F238E27FC236}">
                <a16:creationId xmlns:a16="http://schemas.microsoft.com/office/drawing/2014/main" id="{C6F38311-B092-D2D4-C473-66429BEE91CD}"/>
              </a:ext>
            </a:extLst>
          </p:cNvPr>
          <p:cNvSpPr/>
          <p:nvPr/>
        </p:nvSpPr>
        <p:spPr>
          <a:xfrm>
            <a:off x="8229600" y="2387600"/>
            <a:ext cx="3429000" cy="2286000"/>
          </a:xfrm>
          <a:prstGeom prst="roundRect">
            <a:avLst/>
          </a:prstGeom>
          <a:solidFill>
            <a:srgbClr val="FFF7E8"/>
          </a:solidFill>
          <a:ln w="12700">
            <a:solidFill>
              <a:srgbClr val="D6E1F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5" name="사각형: 둥근 모서리 14">
            <a:extLst>
              <a:ext uri="{FF2B5EF4-FFF2-40B4-BE49-F238E27FC236}">
                <a16:creationId xmlns:a16="http://schemas.microsoft.com/office/drawing/2014/main" id="{8A939FA7-8DBA-71B2-0C33-53ED3C3B56C9}"/>
              </a:ext>
            </a:extLst>
          </p:cNvPr>
          <p:cNvSpPr/>
          <p:nvPr/>
        </p:nvSpPr>
        <p:spPr>
          <a:xfrm>
            <a:off x="8229600" y="2387600"/>
            <a:ext cx="63500" cy="2286000"/>
          </a:xfrm>
          <a:prstGeom prst="roundRect">
            <a:avLst/>
          </a:prstGeom>
          <a:solidFill>
            <a:srgbClr val="FF9E1B"/>
          </a:solidFill>
          <a:ln w="12700">
            <a:solidFill>
              <a:srgbClr val="FF9E1B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A618874A-14DA-BDDC-C322-E10A16489329}"/>
              </a:ext>
            </a:extLst>
          </p:cNvPr>
          <p:cNvSpPr txBox="1"/>
          <p:nvPr/>
        </p:nvSpPr>
        <p:spPr>
          <a:xfrm>
            <a:off x="8458200" y="2590800"/>
            <a:ext cx="2997200" cy="276999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en-US" altLang="ko-KR" sz="1600" b="1">
                <a:solidFill>
                  <a:srgbClr val="13233D"/>
                </a:solidFill>
                <a:latin typeface="Malgun Gothic" panose="020B0503020000020004" pitchFamily="50" charset="-127"/>
                <a:ea typeface="Malgun Gothic" panose="020B0503020000020004" pitchFamily="50" charset="-127"/>
              </a:rPr>
              <a:t>AI </a:t>
            </a:r>
            <a:r>
              <a:rPr lang="ko-KR" altLang="en-US" sz="1600" b="1">
                <a:solidFill>
                  <a:srgbClr val="13233D"/>
                </a:solidFill>
                <a:latin typeface="Malgun Gothic" panose="020B0503020000020004" pitchFamily="50" charset="-127"/>
                <a:ea typeface="Malgun Gothic" panose="020B0503020000020004" pitchFamily="50" charset="-127"/>
              </a:rPr>
              <a:t>종합점수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3A6856BA-47AB-9CD0-C023-935D3EABFDA0}"/>
              </a:ext>
            </a:extLst>
          </p:cNvPr>
          <p:cNvSpPr txBox="1"/>
          <p:nvPr/>
        </p:nvSpPr>
        <p:spPr>
          <a:xfrm>
            <a:off x="8458200" y="3009900"/>
            <a:ext cx="2997200" cy="276999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ko-KR" altLang="en-US" sz="1200">
                <a:solidFill>
                  <a:srgbClr val="5B6F8C"/>
                </a:solidFill>
                <a:latin typeface="Malgun Gothic" panose="020B0503020000020004" pitchFamily="50" charset="-127"/>
                <a:ea typeface="Malgun Gothic" panose="020B0503020000020004" pitchFamily="50" charset="-127"/>
              </a:rPr>
              <a:t>여러 기준을 합친 “먼저 볼 순서”입니다</a:t>
            </a:r>
            <a:r>
              <a:rPr lang="en-US" altLang="ko-KR" sz="1200">
                <a:solidFill>
                  <a:srgbClr val="5B6F8C"/>
                </a:solidFill>
                <a:latin typeface="Malgun Gothic" panose="020B0503020000020004" pitchFamily="50" charset="-127"/>
                <a:ea typeface="Malgun Gothic" panose="020B0503020000020004" pitchFamily="50" charset="-127"/>
              </a:rPr>
              <a:t>.
</a:t>
            </a:r>
            <a:r>
              <a:rPr lang="ko-KR" altLang="en-US" sz="1200">
                <a:solidFill>
                  <a:srgbClr val="5B6F8C"/>
                </a:solidFill>
                <a:latin typeface="Malgun Gothic" panose="020B0503020000020004" pitchFamily="50" charset="-127"/>
                <a:ea typeface="Malgun Gothic" panose="020B0503020000020004" pitchFamily="50" charset="-127"/>
              </a:rPr>
              <a:t>높은 점수도 상품화를 보장하지 않습니다</a:t>
            </a:r>
            <a:r>
              <a:rPr lang="en-US" altLang="ko-KR" sz="1200">
                <a:solidFill>
                  <a:srgbClr val="5B6F8C"/>
                </a:solidFill>
                <a:latin typeface="Malgun Gothic" panose="020B0503020000020004" pitchFamily="50" charset="-127"/>
                <a:ea typeface="Malgun Gothic" panose="020B0503020000020004" pitchFamily="50" charset="-127"/>
              </a:rPr>
              <a:t>.</a:t>
            </a:r>
            <a:endParaRPr lang="ko-KR" altLang="en-US" sz="1200">
              <a:solidFill>
                <a:srgbClr val="5B6F8C"/>
              </a:solidFill>
              <a:latin typeface="Malgun Gothic" panose="020B0503020000020004" pitchFamily="50" charset="-127"/>
              <a:ea typeface="Malgun Gothic" panose="020B0503020000020004" pitchFamily="50" charset="-127"/>
            </a:endParaRP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739EA795-FF8F-31CF-3127-C5EB1A42DF8B}"/>
              </a:ext>
            </a:extLst>
          </p:cNvPr>
          <p:cNvSpPr txBox="1"/>
          <p:nvPr/>
        </p:nvSpPr>
        <p:spPr>
          <a:xfrm>
            <a:off x="533400" y="5257800"/>
            <a:ext cx="10795000" cy="276999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ko-KR" altLang="en-US" sz="1400" b="1">
                <a:solidFill>
                  <a:srgbClr val="C4393F"/>
                </a:solidFill>
                <a:latin typeface="Malgun Gothic" panose="020B0503020000020004" pitchFamily="50" charset="-127"/>
                <a:ea typeface="Malgun Gothic" panose="020B0503020000020004" pitchFamily="50" charset="-127"/>
              </a:rPr>
              <a:t>시장성은 수요</a:t>
            </a:r>
            <a:r>
              <a:rPr lang="en-US" altLang="ko-KR" sz="1400" b="1">
                <a:solidFill>
                  <a:srgbClr val="C4393F"/>
                </a:solidFill>
                <a:latin typeface="Malgun Gothic" panose="020B0503020000020004" pitchFamily="50" charset="-127"/>
                <a:ea typeface="Malgun Gothic" panose="020B0503020000020004" pitchFamily="50" charset="-127"/>
              </a:rPr>
              <a:t>, PML</a:t>
            </a:r>
            <a:r>
              <a:rPr lang="ko-KR" altLang="en-US" sz="1400" b="1">
                <a:solidFill>
                  <a:srgbClr val="C4393F"/>
                </a:solidFill>
                <a:latin typeface="Malgun Gothic" panose="020B0503020000020004" pitchFamily="50" charset="-127"/>
                <a:ea typeface="Malgun Gothic" panose="020B0503020000020004" pitchFamily="50" charset="-127"/>
              </a:rPr>
              <a:t>은 손해 규모</a:t>
            </a:r>
            <a:r>
              <a:rPr lang="en-US" altLang="ko-KR" sz="1400" b="1">
                <a:solidFill>
                  <a:srgbClr val="C4393F"/>
                </a:solidFill>
                <a:latin typeface="Malgun Gothic" panose="020B0503020000020004" pitchFamily="50" charset="-127"/>
                <a:ea typeface="Malgun Gothic" panose="020B0503020000020004" pitchFamily="50" charset="-127"/>
              </a:rPr>
              <a:t>, </a:t>
            </a:r>
            <a:r>
              <a:rPr lang="ko-KR" altLang="en-US" sz="1400" b="1">
                <a:solidFill>
                  <a:srgbClr val="C4393F"/>
                </a:solidFill>
                <a:latin typeface="Malgun Gothic" panose="020B0503020000020004" pitchFamily="50" charset="-127"/>
                <a:ea typeface="Malgun Gothic" panose="020B0503020000020004" pitchFamily="50" charset="-127"/>
              </a:rPr>
              <a:t>종합점수는 검토 순서를 보여줍니다</a:t>
            </a:r>
            <a:r>
              <a:rPr lang="en-US" altLang="ko-KR" sz="1400" b="1">
                <a:solidFill>
                  <a:srgbClr val="C4393F"/>
                </a:solidFill>
                <a:latin typeface="Malgun Gothic" panose="020B0503020000020004" pitchFamily="50" charset="-127"/>
                <a:ea typeface="Malgun Gothic" panose="020B0503020000020004" pitchFamily="50" charset="-127"/>
              </a:rPr>
              <a:t>.</a:t>
            </a:r>
            <a:endParaRPr lang="ko-KR" altLang="en-US" sz="1400" b="1">
              <a:solidFill>
                <a:srgbClr val="C4393F"/>
              </a:solidFill>
              <a:latin typeface="Malgun Gothic" panose="020B0503020000020004" pitchFamily="50" charset="-127"/>
              <a:ea typeface="Malgun Gothic" panose="020B0503020000020004" pitchFamily="50" charset="-127"/>
            </a:endParaRPr>
          </a:p>
        </p:txBody>
      </p:sp>
      <p:cxnSp>
        <p:nvCxnSpPr>
          <p:cNvPr id="19" name="직선 연결선 18">
            <a:extLst>
              <a:ext uri="{FF2B5EF4-FFF2-40B4-BE49-F238E27FC236}">
                <a16:creationId xmlns:a16="http://schemas.microsoft.com/office/drawing/2014/main" id="{F44DD461-7B15-8079-DCCC-52AF084BD006}"/>
              </a:ext>
            </a:extLst>
          </p:cNvPr>
          <p:cNvCxnSpPr/>
          <p:nvPr/>
        </p:nvCxnSpPr>
        <p:spPr>
          <a:xfrm>
            <a:off x="533400" y="6438900"/>
            <a:ext cx="11125200" cy="0"/>
          </a:xfrm>
          <a:prstGeom prst="line">
            <a:avLst/>
          </a:prstGeom>
          <a:ln w="12700">
            <a:solidFill>
              <a:srgbClr val="D6E1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0" name="TextBox 19">
            <a:extLst>
              <a:ext uri="{FF2B5EF4-FFF2-40B4-BE49-F238E27FC236}">
                <a16:creationId xmlns:a16="http://schemas.microsoft.com/office/drawing/2014/main" id="{F4791923-7483-5B42-933F-C8485C77264E}"/>
              </a:ext>
            </a:extLst>
          </p:cNvPr>
          <p:cNvSpPr txBox="1"/>
          <p:nvPr/>
        </p:nvSpPr>
        <p:spPr>
          <a:xfrm>
            <a:off x="533400" y="6578600"/>
            <a:ext cx="6350000" cy="276999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en-US" altLang="ko-KR" sz="900">
                <a:solidFill>
                  <a:srgbClr val="5B6F8C"/>
                </a:solidFill>
                <a:latin typeface="Malgun Gothic" panose="020B0503020000020004" pitchFamily="50" charset="-127"/>
                <a:ea typeface="Malgun Gothic" panose="020B0503020000020004" pitchFamily="50" charset="-127"/>
              </a:rPr>
              <a:t>HI RISK STUDIO - RISK EXPLORATION USER GUIDE</a:t>
            </a:r>
            <a:endParaRPr lang="ko-KR" altLang="en-US" sz="900">
              <a:solidFill>
                <a:srgbClr val="5B6F8C"/>
              </a:solidFill>
              <a:latin typeface="Malgun Gothic" panose="020B0503020000020004" pitchFamily="50" charset="-127"/>
              <a:ea typeface="Malgun Gothic" panose="020B0503020000020004" pitchFamily="50" charset="-127"/>
            </a:endParaRP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41CC12BF-9290-8472-8C48-B30E1DCA540F}"/>
              </a:ext>
            </a:extLst>
          </p:cNvPr>
          <p:cNvSpPr txBox="1"/>
          <p:nvPr/>
        </p:nvSpPr>
        <p:spPr>
          <a:xfrm>
            <a:off x="10922000" y="6578600"/>
            <a:ext cx="736600" cy="276999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 algn="r"/>
            <a:r>
              <a:rPr lang="en-US" altLang="ko-KR" sz="900">
                <a:solidFill>
                  <a:srgbClr val="5B6F8C"/>
                </a:solidFill>
                <a:latin typeface="Malgun Gothic" panose="020B0503020000020004" pitchFamily="50" charset="-127"/>
                <a:ea typeface="Malgun Gothic" panose="020B0503020000020004" pitchFamily="50" charset="-127"/>
              </a:rPr>
              <a:t>6 / 12</a:t>
            </a:r>
            <a:endParaRPr lang="ko-KR" altLang="en-US" sz="900">
              <a:solidFill>
                <a:srgbClr val="5B6F8C"/>
              </a:solidFill>
              <a:latin typeface="Malgun Gothic" panose="020B0503020000020004" pitchFamily="50" charset="-127"/>
              <a:ea typeface="Malgun Gothic" panose="020B0503020000020004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2406760271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E808FF29-DAE5-A7BD-685F-68C2E2EC7B8A}"/>
              </a:ext>
            </a:extLst>
          </p:cNvPr>
          <p:cNvSpPr txBox="1"/>
          <p:nvPr/>
        </p:nvSpPr>
        <p:spPr>
          <a:xfrm>
            <a:off x="533400" y="355600"/>
            <a:ext cx="533400" cy="276999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en-US" altLang="ko-KR" sz="1300" b="1">
                <a:solidFill>
                  <a:srgbClr val="2869E6"/>
                </a:solidFill>
                <a:latin typeface="Malgun Gothic" panose="020B0503020000020004" pitchFamily="50" charset="-127"/>
                <a:ea typeface="Malgun Gothic" panose="020B0503020000020004" pitchFamily="50" charset="-127"/>
              </a:rPr>
              <a:t>07</a:t>
            </a:r>
            <a:endParaRPr lang="ko-KR" altLang="en-US" sz="1300" b="1">
              <a:solidFill>
                <a:srgbClr val="2869E6"/>
              </a:solidFill>
              <a:latin typeface="Malgun Gothic" panose="020B0503020000020004" pitchFamily="50" charset="-127"/>
              <a:ea typeface="Malgun Gothic" panose="020B0503020000020004" pitchFamily="50" charset="-127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78A5C1A0-9946-50B0-4ECC-FE9005B3FAA9}"/>
              </a:ext>
            </a:extLst>
          </p:cNvPr>
          <p:cNvSpPr txBox="1"/>
          <p:nvPr/>
        </p:nvSpPr>
        <p:spPr>
          <a:xfrm>
            <a:off x="1168400" y="393700"/>
            <a:ext cx="3810000" cy="276999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en-US" altLang="ko-KR" sz="900" b="1">
                <a:solidFill>
                  <a:srgbClr val="2869E6"/>
                </a:solidFill>
                <a:latin typeface="Malgun Gothic" panose="020B0503020000020004" pitchFamily="50" charset="-127"/>
                <a:ea typeface="Malgun Gothic" panose="020B0503020000020004" pitchFamily="50" charset="-127"/>
              </a:rPr>
              <a:t>RISK EXPLORATION</a:t>
            </a:r>
            <a:endParaRPr lang="ko-KR" altLang="en-US" sz="900" b="1">
              <a:solidFill>
                <a:srgbClr val="2869E6"/>
              </a:solidFill>
              <a:latin typeface="Malgun Gothic" panose="020B0503020000020004" pitchFamily="50" charset="-127"/>
              <a:ea typeface="Malgun Gothic" panose="020B0503020000020004" pitchFamily="50" charset="-127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F6892BA9-1ADD-7D91-ED9D-B671B41741C2}"/>
              </a:ext>
            </a:extLst>
          </p:cNvPr>
          <p:cNvSpPr txBox="1"/>
          <p:nvPr/>
        </p:nvSpPr>
        <p:spPr>
          <a:xfrm>
            <a:off x="533400" y="800100"/>
            <a:ext cx="10668000" cy="276999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ko-KR" altLang="en-US" sz="2600" b="1">
                <a:solidFill>
                  <a:srgbClr val="13233D"/>
                </a:solidFill>
                <a:latin typeface="Malgun Gothic" panose="020B0503020000020004" pitchFamily="50" charset="-127"/>
                <a:ea typeface="Malgun Gothic" panose="020B0503020000020004" pitchFamily="50" charset="-127"/>
              </a:rPr>
              <a:t>비전공자를 위한 최소 용어 사전</a:t>
            </a:r>
          </a:p>
        </p:txBody>
      </p:sp>
      <p:cxnSp>
        <p:nvCxnSpPr>
          <p:cNvPr id="5" name="직선 연결선 4">
            <a:extLst>
              <a:ext uri="{FF2B5EF4-FFF2-40B4-BE49-F238E27FC236}">
                <a16:creationId xmlns:a16="http://schemas.microsoft.com/office/drawing/2014/main" id="{9A2C57A9-EE1E-6A3F-E630-A56582706FD0}"/>
              </a:ext>
            </a:extLst>
          </p:cNvPr>
          <p:cNvCxnSpPr/>
          <p:nvPr/>
        </p:nvCxnSpPr>
        <p:spPr>
          <a:xfrm>
            <a:off x="533400" y="1422400"/>
            <a:ext cx="11125200" cy="0"/>
          </a:xfrm>
          <a:prstGeom prst="line">
            <a:avLst/>
          </a:prstGeom>
          <a:ln w="12700">
            <a:solidFill>
              <a:srgbClr val="D6E1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사각형: 둥근 모서리 5">
            <a:extLst>
              <a:ext uri="{FF2B5EF4-FFF2-40B4-BE49-F238E27FC236}">
                <a16:creationId xmlns:a16="http://schemas.microsoft.com/office/drawing/2014/main" id="{214B28DF-6BA5-75F6-2DD7-BF713EEBD667}"/>
              </a:ext>
            </a:extLst>
          </p:cNvPr>
          <p:cNvSpPr/>
          <p:nvPr/>
        </p:nvSpPr>
        <p:spPr>
          <a:xfrm>
            <a:off x="533400" y="1841500"/>
            <a:ext cx="3429000" cy="11684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6E1F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11E610F0-1EDB-4C75-C2C3-3307A4C2EA58}"/>
              </a:ext>
            </a:extLst>
          </p:cNvPr>
          <p:cNvSpPr txBox="1"/>
          <p:nvPr/>
        </p:nvSpPr>
        <p:spPr>
          <a:xfrm>
            <a:off x="736600" y="2032000"/>
            <a:ext cx="2921000" cy="276999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ko-KR" altLang="en-US" sz="1400" b="1">
                <a:solidFill>
                  <a:srgbClr val="2869E6"/>
                </a:solidFill>
                <a:latin typeface="Malgun Gothic" panose="020B0503020000020004" pitchFamily="50" charset="-127"/>
                <a:ea typeface="Malgun Gothic" panose="020B0503020000020004" pitchFamily="50" charset="-127"/>
              </a:rPr>
              <a:t>위험 후보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14D70453-6DFE-6C0A-BEBC-C76085BA08BD}"/>
              </a:ext>
            </a:extLst>
          </p:cNvPr>
          <p:cNvSpPr txBox="1"/>
          <p:nvPr/>
        </p:nvSpPr>
        <p:spPr>
          <a:xfrm>
            <a:off x="736600" y="2400300"/>
            <a:ext cx="2946400" cy="276999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ko-KR" altLang="en-US" sz="1100">
                <a:solidFill>
                  <a:srgbClr val="5B6F8C"/>
                </a:solidFill>
                <a:latin typeface="Malgun Gothic" panose="020B0503020000020004" pitchFamily="50" charset="-127"/>
                <a:ea typeface="Malgun Gothic" panose="020B0503020000020004" pitchFamily="50" charset="-127"/>
              </a:rPr>
              <a:t>아직 상품이 아니라</a:t>
            </a:r>
            <a:r>
              <a:rPr lang="en-US" altLang="ko-KR" sz="1100">
                <a:solidFill>
                  <a:srgbClr val="5B6F8C"/>
                </a:solidFill>
                <a:latin typeface="Malgun Gothic" panose="020B0503020000020004" pitchFamily="50" charset="-127"/>
                <a:ea typeface="Malgun Gothic" panose="020B0503020000020004" pitchFamily="50" charset="-127"/>
              </a:rPr>
              <a:t>, </a:t>
            </a:r>
            <a:r>
              <a:rPr lang="ko-KR" altLang="en-US" sz="1100">
                <a:solidFill>
                  <a:srgbClr val="5B6F8C"/>
                </a:solidFill>
                <a:latin typeface="Malgun Gothic" panose="020B0503020000020004" pitchFamily="50" charset="-127"/>
                <a:ea typeface="Malgun Gothic" panose="020B0503020000020004" pitchFamily="50" charset="-127"/>
              </a:rPr>
              <a:t>추가 검토할 위험 주제</a:t>
            </a:r>
          </a:p>
        </p:txBody>
      </p:sp>
      <p:sp>
        <p:nvSpPr>
          <p:cNvPr id="9" name="사각형: 둥근 모서리 8">
            <a:extLst>
              <a:ext uri="{FF2B5EF4-FFF2-40B4-BE49-F238E27FC236}">
                <a16:creationId xmlns:a16="http://schemas.microsoft.com/office/drawing/2014/main" id="{15CD5DA5-9EE7-98DC-D94C-46D951D87852}"/>
              </a:ext>
            </a:extLst>
          </p:cNvPr>
          <p:cNvSpPr/>
          <p:nvPr/>
        </p:nvSpPr>
        <p:spPr>
          <a:xfrm>
            <a:off x="4241800" y="1841500"/>
            <a:ext cx="3429000" cy="11684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6E1F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D9704432-EE83-5C9A-30C3-72B372311563}"/>
              </a:ext>
            </a:extLst>
          </p:cNvPr>
          <p:cNvSpPr txBox="1"/>
          <p:nvPr/>
        </p:nvSpPr>
        <p:spPr>
          <a:xfrm>
            <a:off x="4445000" y="2032000"/>
            <a:ext cx="2921000" cy="276999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ko-KR" altLang="en-US" sz="1400" b="1">
                <a:solidFill>
                  <a:srgbClr val="2869E6"/>
                </a:solidFill>
                <a:latin typeface="Malgun Gothic" panose="020B0503020000020004" pitchFamily="50" charset="-127"/>
                <a:ea typeface="Malgun Gothic" panose="020B0503020000020004" pitchFamily="50" charset="-127"/>
              </a:rPr>
              <a:t>보장 공백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3EB7C3B2-0265-EF4D-3506-6610246CBEFE}"/>
              </a:ext>
            </a:extLst>
          </p:cNvPr>
          <p:cNvSpPr txBox="1"/>
          <p:nvPr/>
        </p:nvSpPr>
        <p:spPr>
          <a:xfrm>
            <a:off x="4445000" y="2400300"/>
            <a:ext cx="2946400" cy="276999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ko-KR" altLang="en-US" sz="1100">
                <a:solidFill>
                  <a:srgbClr val="5B6F8C"/>
                </a:solidFill>
                <a:latin typeface="Malgun Gothic" panose="020B0503020000020004" pitchFamily="50" charset="-127"/>
                <a:ea typeface="Malgun Gothic" panose="020B0503020000020004" pitchFamily="50" charset="-127"/>
              </a:rPr>
              <a:t>기존 보험으로 충분히 보장되지 않을 수 있는 부분</a:t>
            </a:r>
          </a:p>
        </p:txBody>
      </p:sp>
      <p:sp>
        <p:nvSpPr>
          <p:cNvPr id="12" name="사각형: 둥근 모서리 11">
            <a:extLst>
              <a:ext uri="{FF2B5EF4-FFF2-40B4-BE49-F238E27FC236}">
                <a16:creationId xmlns:a16="http://schemas.microsoft.com/office/drawing/2014/main" id="{3EA0CBB1-78D1-5390-7E2F-9E06943B1A07}"/>
              </a:ext>
            </a:extLst>
          </p:cNvPr>
          <p:cNvSpPr/>
          <p:nvPr/>
        </p:nvSpPr>
        <p:spPr>
          <a:xfrm>
            <a:off x="7950200" y="1841500"/>
            <a:ext cx="3429000" cy="11684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6E1F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96C70B5F-1AE4-D345-D995-47FB40A14B48}"/>
              </a:ext>
            </a:extLst>
          </p:cNvPr>
          <p:cNvSpPr txBox="1"/>
          <p:nvPr/>
        </p:nvSpPr>
        <p:spPr>
          <a:xfrm>
            <a:off x="8153400" y="2032000"/>
            <a:ext cx="2921000" cy="276999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ko-KR" altLang="en-US" sz="1400" b="1">
                <a:solidFill>
                  <a:srgbClr val="2869E6"/>
                </a:solidFill>
                <a:latin typeface="Malgun Gothic" panose="020B0503020000020004" pitchFamily="50" charset="-127"/>
                <a:ea typeface="Malgun Gothic" panose="020B0503020000020004" pitchFamily="50" charset="-127"/>
              </a:rPr>
              <a:t>우연성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6AFDD269-CAAF-93E7-A36F-FE2732066A4F}"/>
              </a:ext>
            </a:extLst>
          </p:cNvPr>
          <p:cNvSpPr txBox="1"/>
          <p:nvPr/>
        </p:nvSpPr>
        <p:spPr>
          <a:xfrm>
            <a:off x="8153400" y="2400300"/>
            <a:ext cx="2946400" cy="276999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ko-KR" altLang="en-US" sz="1100">
                <a:solidFill>
                  <a:srgbClr val="5B6F8C"/>
                </a:solidFill>
                <a:latin typeface="Malgun Gothic" panose="020B0503020000020004" pitchFamily="50" charset="-127"/>
                <a:ea typeface="Malgun Gothic" panose="020B0503020000020004" pitchFamily="50" charset="-127"/>
              </a:rPr>
              <a:t>일부러가 아닌 사고로 발생하는 성격</a:t>
            </a:r>
          </a:p>
        </p:txBody>
      </p:sp>
      <p:sp>
        <p:nvSpPr>
          <p:cNvPr id="15" name="사각형: 둥근 모서리 14">
            <a:extLst>
              <a:ext uri="{FF2B5EF4-FFF2-40B4-BE49-F238E27FC236}">
                <a16:creationId xmlns:a16="http://schemas.microsoft.com/office/drawing/2014/main" id="{F8B790DF-13EC-C938-BE1E-499454DB2731}"/>
              </a:ext>
            </a:extLst>
          </p:cNvPr>
          <p:cNvSpPr/>
          <p:nvPr/>
        </p:nvSpPr>
        <p:spPr>
          <a:xfrm>
            <a:off x="533400" y="3263900"/>
            <a:ext cx="3429000" cy="11684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6E1F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9DEBB1CE-2580-8842-E996-9300994B759F}"/>
              </a:ext>
            </a:extLst>
          </p:cNvPr>
          <p:cNvSpPr txBox="1"/>
          <p:nvPr/>
        </p:nvSpPr>
        <p:spPr>
          <a:xfrm>
            <a:off x="736600" y="3454400"/>
            <a:ext cx="2921000" cy="276999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ko-KR" altLang="en-US" sz="1400" b="1">
                <a:solidFill>
                  <a:srgbClr val="2869E6"/>
                </a:solidFill>
                <a:latin typeface="Malgun Gothic" panose="020B0503020000020004" pitchFamily="50" charset="-127"/>
                <a:ea typeface="Malgun Gothic" panose="020B0503020000020004" pitchFamily="50" charset="-127"/>
              </a:rPr>
              <a:t>책임 주체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12138F42-A5B5-57E0-2334-13A339F60E80}"/>
              </a:ext>
            </a:extLst>
          </p:cNvPr>
          <p:cNvSpPr txBox="1"/>
          <p:nvPr/>
        </p:nvSpPr>
        <p:spPr>
          <a:xfrm>
            <a:off x="736600" y="3822700"/>
            <a:ext cx="2946400" cy="276999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ko-KR" altLang="en-US" sz="1100">
                <a:solidFill>
                  <a:srgbClr val="5B6F8C"/>
                </a:solidFill>
                <a:latin typeface="Malgun Gothic" panose="020B0503020000020004" pitchFamily="50" charset="-127"/>
                <a:ea typeface="Malgun Gothic" panose="020B0503020000020004" pitchFamily="50" charset="-127"/>
              </a:rPr>
              <a:t>사고가 났을 때 피해를 책임질 가능성이 있는 사람</a:t>
            </a:r>
            <a:r>
              <a:rPr lang="en-US" altLang="ko-KR" sz="1100">
                <a:solidFill>
                  <a:srgbClr val="5B6F8C"/>
                </a:solidFill>
                <a:latin typeface="Malgun Gothic" panose="020B0503020000020004" pitchFamily="50" charset="-127"/>
                <a:ea typeface="Malgun Gothic" panose="020B0503020000020004" pitchFamily="50" charset="-127"/>
              </a:rPr>
              <a:t>·</a:t>
            </a:r>
            <a:r>
              <a:rPr lang="ko-KR" altLang="en-US" sz="1100">
                <a:solidFill>
                  <a:srgbClr val="5B6F8C"/>
                </a:solidFill>
                <a:latin typeface="Malgun Gothic" panose="020B0503020000020004" pitchFamily="50" charset="-127"/>
                <a:ea typeface="Malgun Gothic" panose="020B0503020000020004" pitchFamily="50" charset="-127"/>
              </a:rPr>
              <a:t>기업</a:t>
            </a:r>
          </a:p>
        </p:txBody>
      </p:sp>
      <p:sp>
        <p:nvSpPr>
          <p:cNvPr id="18" name="사각형: 둥근 모서리 17">
            <a:extLst>
              <a:ext uri="{FF2B5EF4-FFF2-40B4-BE49-F238E27FC236}">
                <a16:creationId xmlns:a16="http://schemas.microsoft.com/office/drawing/2014/main" id="{99C5624C-0D19-BB89-DBF2-29A181E8D566}"/>
              </a:ext>
            </a:extLst>
          </p:cNvPr>
          <p:cNvSpPr/>
          <p:nvPr/>
        </p:nvSpPr>
        <p:spPr>
          <a:xfrm>
            <a:off x="4241800" y="3263900"/>
            <a:ext cx="3429000" cy="11684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6E1F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692C517F-8F47-1F29-AA04-FA5D3EDDC4C0}"/>
              </a:ext>
            </a:extLst>
          </p:cNvPr>
          <p:cNvSpPr txBox="1"/>
          <p:nvPr/>
        </p:nvSpPr>
        <p:spPr>
          <a:xfrm>
            <a:off x="4445000" y="3454400"/>
            <a:ext cx="2921000" cy="276999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ko-KR" altLang="en-US" sz="1400" b="1">
                <a:solidFill>
                  <a:srgbClr val="2869E6"/>
                </a:solidFill>
                <a:latin typeface="Malgun Gothic" panose="020B0503020000020004" pitchFamily="50" charset="-127"/>
                <a:ea typeface="Malgun Gothic" panose="020B0503020000020004" pitchFamily="50" charset="-127"/>
              </a:rPr>
              <a:t>약관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7AFF7F8A-913F-4FC6-2284-908F7D50A1E2}"/>
              </a:ext>
            </a:extLst>
          </p:cNvPr>
          <p:cNvSpPr txBox="1"/>
          <p:nvPr/>
        </p:nvSpPr>
        <p:spPr>
          <a:xfrm>
            <a:off x="4445000" y="3822700"/>
            <a:ext cx="2946400" cy="276999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ko-KR" altLang="en-US" sz="1100">
                <a:solidFill>
                  <a:srgbClr val="5B6F8C"/>
                </a:solidFill>
                <a:latin typeface="Malgun Gothic" panose="020B0503020000020004" pitchFamily="50" charset="-127"/>
                <a:ea typeface="Malgun Gothic" panose="020B0503020000020004" pitchFamily="50" charset="-127"/>
              </a:rPr>
              <a:t>무엇을 보상하고 제외할지 정한 보험 계약 문서</a:t>
            </a:r>
          </a:p>
        </p:txBody>
      </p:sp>
      <p:sp>
        <p:nvSpPr>
          <p:cNvPr id="21" name="사각형: 둥근 모서리 20">
            <a:extLst>
              <a:ext uri="{FF2B5EF4-FFF2-40B4-BE49-F238E27FC236}">
                <a16:creationId xmlns:a16="http://schemas.microsoft.com/office/drawing/2014/main" id="{CBEAFBD7-E3B1-4C4F-6DD4-5612AA2B1C3D}"/>
              </a:ext>
            </a:extLst>
          </p:cNvPr>
          <p:cNvSpPr/>
          <p:nvPr/>
        </p:nvSpPr>
        <p:spPr>
          <a:xfrm>
            <a:off x="7950200" y="3263900"/>
            <a:ext cx="3429000" cy="11684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6E1F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21393D5E-561E-F66A-A4F6-CD9E91049F6D}"/>
              </a:ext>
            </a:extLst>
          </p:cNvPr>
          <p:cNvSpPr txBox="1"/>
          <p:nvPr/>
        </p:nvSpPr>
        <p:spPr>
          <a:xfrm>
            <a:off x="8153400" y="3454400"/>
            <a:ext cx="2921000" cy="276999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ko-KR" altLang="en-US" sz="1400" b="1">
                <a:solidFill>
                  <a:srgbClr val="2869E6"/>
                </a:solidFill>
                <a:latin typeface="Malgun Gothic" panose="020B0503020000020004" pitchFamily="50" charset="-127"/>
                <a:ea typeface="Malgun Gothic" panose="020B0503020000020004" pitchFamily="50" charset="-127"/>
              </a:rPr>
              <a:t>하위법령</a:t>
            </a: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2D169DDE-822D-1A63-F3A0-6D058369EF4F}"/>
              </a:ext>
            </a:extLst>
          </p:cNvPr>
          <p:cNvSpPr txBox="1"/>
          <p:nvPr/>
        </p:nvSpPr>
        <p:spPr>
          <a:xfrm>
            <a:off x="8153400" y="3822700"/>
            <a:ext cx="2946400" cy="276999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ko-KR" altLang="en-US" sz="1100">
                <a:solidFill>
                  <a:srgbClr val="5B6F8C"/>
                </a:solidFill>
                <a:latin typeface="Malgun Gothic" panose="020B0503020000020004" pitchFamily="50" charset="-127"/>
                <a:ea typeface="Malgun Gothic" panose="020B0503020000020004" pitchFamily="50" charset="-127"/>
              </a:rPr>
              <a:t>법률을 실제 적용하기 위한 대통령령</a:t>
            </a:r>
            <a:r>
              <a:rPr lang="en-US" altLang="ko-KR" sz="1100">
                <a:solidFill>
                  <a:srgbClr val="5B6F8C"/>
                </a:solidFill>
                <a:latin typeface="Malgun Gothic" panose="020B0503020000020004" pitchFamily="50" charset="-127"/>
                <a:ea typeface="Malgun Gothic" panose="020B0503020000020004" pitchFamily="50" charset="-127"/>
              </a:rPr>
              <a:t>·</a:t>
            </a:r>
            <a:r>
              <a:rPr lang="ko-KR" altLang="en-US" sz="1100">
                <a:solidFill>
                  <a:srgbClr val="5B6F8C"/>
                </a:solidFill>
                <a:latin typeface="Malgun Gothic" panose="020B0503020000020004" pitchFamily="50" charset="-127"/>
                <a:ea typeface="Malgun Gothic" panose="020B0503020000020004" pitchFamily="50" charset="-127"/>
              </a:rPr>
              <a:t>고시 등의 세부 기준</a:t>
            </a: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CDC27516-C5C1-CAF9-DFA4-4C5E129FF31C}"/>
              </a:ext>
            </a:extLst>
          </p:cNvPr>
          <p:cNvSpPr txBox="1"/>
          <p:nvPr/>
        </p:nvSpPr>
        <p:spPr>
          <a:xfrm>
            <a:off x="533400" y="5143500"/>
            <a:ext cx="10795000" cy="276999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ko-KR" altLang="en-US" sz="1400" b="1">
                <a:solidFill>
                  <a:srgbClr val="13233D"/>
                </a:solidFill>
                <a:latin typeface="Malgun Gothic" panose="020B0503020000020004" pitchFamily="50" charset="-127"/>
                <a:ea typeface="Malgun Gothic" panose="020B0503020000020004" pitchFamily="50" charset="-127"/>
              </a:rPr>
              <a:t>어려운 용어는 “누구의 손해인가</a:t>
            </a:r>
            <a:r>
              <a:rPr lang="en-US" altLang="ko-KR" sz="1400" b="1">
                <a:solidFill>
                  <a:srgbClr val="13233D"/>
                </a:solidFill>
                <a:latin typeface="Malgun Gothic" panose="020B0503020000020004" pitchFamily="50" charset="-127"/>
                <a:ea typeface="Malgun Gothic" panose="020B0503020000020004" pitchFamily="50" charset="-127"/>
              </a:rPr>
              <a:t>, </a:t>
            </a:r>
            <a:r>
              <a:rPr lang="ko-KR" altLang="en-US" sz="1400" b="1">
                <a:solidFill>
                  <a:srgbClr val="13233D"/>
                </a:solidFill>
                <a:latin typeface="Malgun Gothic" panose="020B0503020000020004" pitchFamily="50" charset="-127"/>
                <a:ea typeface="Malgun Gothic" panose="020B0503020000020004" pitchFamily="50" charset="-127"/>
              </a:rPr>
              <a:t>보험에서 어떤 문장으로 정할 것인가”로 바꾸어 읽습니다</a:t>
            </a:r>
            <a:r>
              <a:rPr lang="en-US" altLang="ko-KR" sz="1400" b="1">
                <a:solidFill>
                  <a:srgbClr val="13233D"/>
                </a:solidFill>
                <a:latin typeface="Malgun Gothic" panose="020B0503020000020004" pitchFamily="50" charset="-127"/>
                <a:ea typeface="Malgun Gothic" panose="020B0503020000020004" pitchFamily="50" charset="-127"/>
              </a:rPr>
              <a:t>.</a:t>
            </a:r>
            <a:endParaRPr lang="ko-KR" altLang="en-US" sz="1400" b="1">
              <a:solidFill>
                <a:srgbClr val="13233D"/>
              </a:solidFill>
              <a:latin typeface="Malgun Gothic" panose="020B0503020000020004" pitchFamily="50" charset="-127"/>
              <a:ea typeface="Malgun Gothic" panose="020B0503020000020004" pitchFamily="50" charset="-127"/>
            </a:endParaRPr>
          </a:p>
        </p:txBody>
      </p:sp>
      <p:cxnSp>
        <p:nvCxnSpPr>
          <p:cNvPr id="25" name="직선 연결선 24">
            <a:extLst>
              <a:ext uri="{FF2B5EF4-FFF2-40B4-BE49-F238E27FC236}">
                <a16:creationId xmlns:a16="http://schemas.microsoft.com/office/drawing/2014/main" id="{5D45E6CE-A6AC-05DD-E1D7-A306B36815FF}"/>
              </a:ext>
            </a:extLst>
          </p:cNvPr>
          <p:cNvCxnSpPr/>
          <p:nvPr/>
        </p:nvCxnSpPr>
        <p:spPr>
          <a:xfrm>
            <a:off x="533400" y="6438900"/>
            <a:ext cx="11125200" cy="0"/>
          </a:xfrm>
          <a:prstGeom prst="line">
            <a:avLst/>
          </a:prstGeom>
          <a:ln w="12700">
            <a:solidFill>
              <a:srgbClr val="D6E1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6" name="TextBox 25">
            <a:extLst>
              <a:ext uri="{FF2B5EF4-FFF2-40B4-BE49-F238E27FC236}">
                <a16:creationId xmlns:a16="http://schemas.microsoft.com/office/drawing/2014/main" id="{6D68E93D-ADCA-4627-6267-9F1859463AFB}"/>
              </a:ext>
            </a:extLst>
          </p:cNvPr>
          <p:cNvSpPr txBox="1"/>
          <p:nvPr/>
        </p:nvSpPr>
        <p:spPr>
          <a:xfrm>
            <a:off x="533400" y="6578600"/>
            <a:ext cx="6350000" cy="276999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en-US" altLang="ko-KR" sz="900">
                <a:solidFill>
                  <a:srgbClr val="5B6F8C"/>
                </a:solidFill>
                <a:latin typeface="Malgun Gothic" panose="020B0503020000020004" pitchFamily="50" charset="-127"/>
                <a:ea typeface="Malgun Gothic" panose="020B0503020000020004" pitchFamily="50" charset="-127"/>
              </a:rPr>
              <a:t>HI RISK STUDIO - RISK EXPLORATION USER GUIDE</a:t>
            </a:r>
            <a:endParaRPr lang="ko-KR" altLang="en-US" sz="900">
              <a:solidFill>
                <a:srgbClr val="5B6F8C"/>
              </a:solidFill>
              <a:latin typeface="Malgun Gothic" panose="020B0503020000020004" pitchFamily="50" charset="-127"/>
              <a:ea typeface="Malgun Gothic" panose="020B0503020000020004" pitchFamily="50" charset="-127"/>
            </a:endParaRP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9EE42813-BF0C-70EF-BE05-2CA85605497D}"/>
              </a:ext>
            </a:extLst>
          </p:cNvPr>
          <p:cNvSpPr txBox="1"/>
          <p:nvPr/>
        </p:nvSpPr>
        <p:spPr>
          <a:xfrm>
            <a:off x="10922000" y="6578600"/>
            <a:ext cx="736600" cy="276999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 algn="r"/>
            <a:r>
              <a:rPr lang="en-US" altLang="ko-KR" sz="900">
                <a:solidFill>
                  <a:srgbClr val="5B6F8C"/>
                </a:solidFill>
                <a:latin typeface="Malgun Gothic" panose="020B0503020000020004" pitchFamily="50" charset="-127"/>
                <a:ea typeface="Malgun Gothic" panose="020B0503020000020004" pitchFamily="50" charset="-127"/>
              </a:rPr>
              <a:t>7 / 12</a:t>
            </a:r>
            <a:endParaRPr lang="ko-KR" altLang="en-US" sz="900">
              <a:solidFill>
                <a:srgbClr val="5B6F8C"/>
              </a:solidFill>
              <a:latin typeface="Malgun Gothic" panose="020B0503020000020004" pitchFamily="50" charset="-127"/>
              <a:ea typeface="Malgun Gothic" panose="020B0503020000020004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2938082071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B2C44490-835E-B1D1-78EE-CEC032B1ED71}"/>
              </a:ext>
            </a:extLst>
          </p:cNvPr>
          <p:cNvSpPr txBox="1"/>
          <p:nvPr/>
        </p:nvSpPr>
        <p:spPr>
          <a:xfrm>
            <a:off x="533400" y="355600"/>
            <a:ext cx="533400" cy="276999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en-US" altLang="ko-KR" sz="1300" b="1">
                <a:solidFill>
                  <a:srgbClr val="2869E6"/>
                </a:solidFill>
                <a:latin typeface="Malgun Gothic" panose="020B0503020000020004" pitchFamily="50" charset="-127"/>
                <a:ea typeface="Malgun Gothic" panose="020B0503020000020004" pitchFamily="50" charset="-127"/>
              </a:rPr>
              <a:t>08</a:t>
            </a:r>
            <a:endParaRPr lang="ko-KR" altLang="en-US" sz="1300" b="1">
              <a:solidFill>
                <a:srgbClr val="2869E6"/>
              </a:solidFill>
              <a:latin typeface="Malgun Gothic" panose="020B0503020000020004" pitchFamily="50" charset="-127"/>
              <a:ea typeface="Malgun Gothic" panose="020B0503020000020004" pitchFamily="50" charset="-127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314A1BE8-0468-7C6A-9381-BDFEA345682A}"/>
              </a:ext>
            </a:extLst>
          </p:cNvPr>
          <p:cNvSpPr txBox="1"/>
          <p:nvPr/>
        </p:nvSpPr>
        <p:spPr>
          <a:xfrm>
            <a:off x="1168400" y="393700"/>
            <a:ext cx="3810000" cy="276999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en-US" altLang="ko-KR" sz="900" b="1">
                <a:solidFill>
                  <a:srgbClr val="2869E6"/>
                </a:solidFill>
                <a:latin typeface="Malgun Gothic" panose="020B0503020000020004" pitchFamily="50" charset="-127"/>
                <a:ea typeface="Malgun Gothic" panose="020B0503020000020004" pitchFamily="50" charset="-127"/>
              </a:rPr>
              <a:t>RISK EXPLORATION</a:t>
            </a:r>
            <a:endParaRPr lang="ko-KR" altLang="en-US" sz="900" b="1">
              <a:solidFill>
                <a:srgbClr val="2869E6"/>
              </a:solidFill>
              <a:latin typeface="Malgun Gothic" panose="020B0503020000020004" pitchFamily="50" charset="-127"/>
              <a:ea typeface="Malgun Gothic" panose="020B0503020000020004" pitchFamily="50" charset="-127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37DEACC5-22AF-2ADB-4416-FF53B8FF00C0}"/>
              </a:ext>
            </a:extLst>
          </p:cNvPr>
          <p:cNvSpPr txBox="1"/>
          <p:nvPr/>
        </p:nvSpPr>
        <p:spPr>
          <a:xfrm>
            <a:off x="533400" y="800100"/>
            <a:ext cx="10668000" cy="276999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ko-KR" altLang="en-US" sz="2600" b="1">
                <a:solidFill>
                  <a:srgbClr val="13233D"/>
                </a:solidFill>
                <a:latin typeface="Malgun Gothic" panose="020B0503020000020004" pitchFamily="50" charset="-127"/>
                <a:ea typeface="Malgun Gothic" panose="020B0503020000020004" pitchFamily="50" charset="-127"/>
              </a:rPr>
              <a:t>검색</a:t>
            </a:r>
            <a:r>
              <a:rPr lang="en-US" altLang="ko-KR" sz="2600" b="1">
                <a:solidFill>
                  <a:srgbClr val="13233D"/>
                </a:solidFill>
                <a:latin typeface="Malgun Gothic" panose="020B0503020000020004" pitchFamily="50" charset="-127"/>
                <a:ea typeface="Malgun Gothic" panose="020B0503020000020004" pitchFamily="50" charset="-127"/>
              </a:rPr>
              <a:t>·</a:t>
            </a:r>
            <a:r>
              <a:rPr lang="ko-KR" altLang="en-US" sz="2600" b="1">
                <a:solidFill>
                  <a:srgbClr val="13233D"/>
                </a:solidFill>
                <a:latin typeface="Malgun Gothic" panose="020B0503020000020004" pitchFamily="50" charset="-127"/>
                <a:ea typeface="Malgun Gothic" panose="020B0503020000020004" pitchFamily="50" charset="-127"/>
              </a:rPr>
              <a:t>필터</a:t>
            </a:r>
            <a:r>
              <a:rPr lang="en-US" altLang="ko-KR" sz="2600" b="1">
                <a:solidFill>
                  <a:srgbClr val="13233D"/>
                </a:solidFill>
                <a:latin typeface="Malgun Gothic" panose="020B0503020000020004" pitchFamily="50" charset="-127"/>
                <a:ea typeface="Malgun Gothic" panose="020B0503020000020004" pitchFamily="50" charset="-127"/>
              </a:rPr>
              <a:t>·</a:t>
            </a:r>
            <a:r>
              <a:rPr lang="ko-KR" altLang="en-US" sz="2600" b="1">
                <a:solidFill>
                  <a:srgbClr val="13233D"/>
                </a:solidFill>
                <a:latin typeface="Malgun Gothic" panose="020B0503020000020004" pitchFamily="50" charset="-127"/>
                <a:ea typeface="Malgun Gothic" panose="020B0503020000020004" pitchFamily="50" charset="-127"/>
              </a:rPr>
              <a:t>정렬을 잘 쓰는 법</a:t>
            </a:r>
          </a:p>
        </p:txBody>
      </p:sp>
      <p:cxnSp>
        <p:nvCxnSpPr>
          <p:cNvPr id="5" name="직선 연결선 4">
            <a:extLst>
              <a:ext uri="{FF2B5EF4-FFF2-40B4-BE49-F238E27FC236}">
                <a16:creationId xmlns:a16="http://schemas.microsoft.com/office/drawing/2014/main" id="{3E6BAFBB-29F0-FE4F-EE2E-E1FF1D170FAD}"/>
              </a:ext>
            </a:extLst>
          </p:cNvPr>
          <p:cNvCxnSpPr/>
          <p:nvPr/>
        </p:nvCxnSpPr>
        <p:spPr>
          <a:xfrm>
            <a:off x="533400" y="1422400"/>
            <a:ext cx="11125200" cy="0"/>
          </a:xfrm>
          <a:prstGeom prst="line">
            <a:avLst/>
          </a:prstGeom>
          <a:ln w="12700">
            <a:solidFill>
              <a:srgbClr val="D6E1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사각형: 둥근 모서리 5">
            <a:extLst>
              <a:ext uri="{FF2B5EF4-FFF2-40B4-BE49-F238E27FC236}">
                <a16:creationId xmlns:a16="http://schemas.microsoft.com/office/drawing/2014/main" id="{0F33978B-6644-1AF2-84BD-DE37C9964CC0}"/>
              </a:ext>
            </a:extLst>
          </p:cNvPr>
          <p:cNvSpPr/>
          <p:nvPr/>
        </p:nvSpPr>
        <p:spPr>
          <a:xfrm>
            <a:off x="533400" y="1905000"/>
            <a:ext cx="2565400" cy="2032000"/>
          </a:xfrm>
          <a:prstGeom prst="roundRect">
            <a:avLst/>
          </a:prstGeom>
          <a:solidFill>
            <a:srgbClr val="EDF5FF"/>
          </a:solidFill>
          <a:ln w="12700">
            <a:solidFill>
              <a:srgbClr val="D6E1F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7" name="사각형: 둥근 모서리 6">
            <a:extLst>
              <a:ext uri="{FF2B5EF4-FFF2-40B4-BE49-F238E27FC236}">
                <a16:creationId xmlns:a16="http://schemas.microsoft.com/office/drawing/2014/main" id="{13B6BAC1-5F04-98EE-CC3F-FE77D8AC9B16}"/>
              </a:ext>
            </a:extLst>
          </p:cNvPr>
          <p:cNvSpPr/>
          <p:nvPr/>
        </p:nvSpPr>
        <p:spPr>
          <a:xfrm>
            <a:off x="533400" y="1905000"/>
            <a:ext cx="63500" cy="2032000"/>
          </a:xfrm>
          <a:prstGeom prst="roundRect">
            <a:avLst/>
          </a:prstGeom>
          <a:solidFill>
            <a:srgbClr val="2869E6"/>
          </a:solidFill>
          <a:ln w="12700">
            <a:solidFill>
              <a:srgbClr val="2869E6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07C716A8-1F33-26E7-F96E-6025A6DB8CA1}"/>
              </a:ext>
            </a:extLst>
          </p:cNvPr>
          <p:cNvSpPr txBox="1"/>
          <p:nvPr/>
        </p:nvSpPr>
        <p:spPr>
          <a:xfrm>
            <a:off x="762000" y="2108200"/>
            <a:ext cx="2133600" cy="276999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ko-KR" altLang="en-US" sz="1600" b="1">
                <a:solidFill>
                  <a:srgbClr val="13233D"/>
                </a:solidFill>
                <a:latin typeface="Malgun Gothic" panose="020B0503020000020004" pitchFamily="50" charset="-127"/>
                <a:ea typeface="Malgun Gothic" panose="020B0503020000020004" pitchFamily="50" charset="-127"/>
              </a:rPr>
              <a:t>검색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07830AFE-9FD3-DCAB-20DA-E5759565632E}"/>
              </a:ext>
            </a:extLst>
          </p:cNvPr>
          <p:cNvSpPr txBox="1"/>
          <p:nvPr/>
        </p:nvSpPr>
        <p:spPr>
          <a:xfrm>
            <a:off x="762000" y="2527300"/>
            <a:ext cx="2133600" cy="276999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ko-KR" altLang="en-US" sz="1200">
                <a:solidFill>
                  <a:srgbClr val="5B6F8C"/>
                </a:solidFill>
                <a:latin typeface="Malgun Gothic" panose="020B0503020000020004" pitchFamily="50" charset="-127"/>
                <a:ea typeface="Malgun Gothic" panose="020B0503020000020004" pitchFamily="50" charset="-127"/>
              </a:rPr>
              <a:t>위험명뿐 아니라 자료 속 키워드도 찾습니다</a:t>
            </a:r>
            <a:r>
              <a:rPr lang="en-US" altLang="ko-KR" sz="1200">
                <a:solidFill>
                  <a:srgbClr val="5B6F8C"/>
                </a:solidFill>
                <a:latin typeface="Malgun Gothic" panose="020B0503020000020004" pitchFamily="50" charset="-127"/>
                <a:ea typeface="Malgun Gothic" panose="020B0503020000020004" pitchFamily="50" charset="-127"/>
              </a:rPr>
              <a:t>.
</a:t>
            </a:r>
            <a:r>
              <a:rPr lang="ko-KR" altLang="en-US" sz="1200">
                <a:solidFill>
                  <a:srgbClr val="5B6F8C"/>
                </a:solidFill>
                <a:latin typeface="Malgun Gothic" panose="020B0503020000020004" pitchFamily="50" charset="-127"/>
                <a:ea typeface="Malgun Gothic" panose="020B0503020000020004" pitchFamily="50" charset="-127"/>
              </a:rPr>
              <a:t>예</a:t>
            </a:r>
            <a:r>
              <a:rPr lang="en-US" altLang="ko-KR" sz="1200">
                <a:solidFill>
                  <a:srgbClr val="5B6F8C"/>
                </a:solidFill>
                <a:latin typeface="Malgun Gothic" panose="020B0503020000020004" pitchFamily="50" charset="-127"/>
                <a:ea typeface="Malgun Gothic" panose="020B0503020000020004" pitchFamily="50" charset="-127"/>
              </a:rPr>
              <a:t>: </a:t>
            </a:r>
            <a:r>
              <a:rPr lang="ko-KR" altLang="en-US" sz="1200">
                <a:solidFill>
                  <a:srgbClr val="5B6F8C"/>
                </a:solidFill>
                <a:latin typeface="Malgun Gothic" panose="020B0503020000020004" pitchFamily="50" charset="-127"/>
                <a:ea typeface="Malgun Gothic" panose="020B0503020000020004" pitchFamily="50" charset="-127"/>
              </a:rPr>
              <a:t>배터리</a:t>
            </a:r>
            <a:r>
              <a:rPr lang="en-US" altLang="ko-KR" sz="1200">
                <a:solidFill>
                  <a:srgbClr val="5B6F8C"/>
                </a:solidFill>
                <a:latin typeface="Malgun Gothic" panose="020B0503020000020004" pitchFamily="50" charset="-127"/>
                <a:ea typeface="Malgun Gothic" panose="020B0503020000020004" pitchFamily="50" charset="-127"/>
              </a:rPr>
              <a:t>, </a:t>
            </a:r>
            <a:r>
              <a:rPr lang="ko-KR" altLang="en-US" sz="1200">
                <a:solidFill>
                  <a:srgbClr val="5B6F8C"/>
                </a:solidFill>
                <a:latin typeface="Malgun Gothic" panose="020B0503020000020004" pitchFamily="50" charset="-127"/>
                <a:ea typeface="Malgun Gothic" panose="020B0503020000020004" pitchFamily="50" charset="-127"/>
              </a:rPr>
              <a:t>개인정보</a:t>
            </a:r>
            <a:r>
              <a:rPr lang="en-US" altLang="ko-KR" sz="1200">
                <a:solidFill>
                  <a:srgbClr val="5B6F8C"/>
                </a:solidFill>
                <a:latin typeface="Malgun Gothic" panose="020B0503020000020004" pitchFamily="50" charset="-127"/>
                <a:ea typeface="Malgun Gothic" panose="020B0503020000020004" pitchFamily="50" charset="-127"/>
              </a:rPr>
              <a:t>, </a:t>
            </a:r>
            <a:r>
              <a:rPr lang="ko-KR" altLang="en-US" sz="1200">
                <a:solidFill>
                  <a:srgbClr val="5B6F8C"/>
                </a:solidFill>
                <a:latin typeface="Malgun Gothic" panose="020B0503020000020004" pitchFamily="50" charset="-127"/>
                <a:ea typeface="Malgun Gothic" panose="020B0503020000020004" pitchFamily="50" charset="-127"/>
              </a:rPr>
              <a:t>침수</a:t>
            </a:r>
          </a:p>
        </p:txBody>
      </p:sp>
      <p:sp>
        <p:nvSpPr>
          <p:cNvPr id="10" name="사각형: 둥근 모서리 9">
            <a:extLst>
              <a:ext uri="{FF2B5EF4-FFF2-40B4-BE49-F238E27FC236}">
                <a16:creationId xmlns:a16="http://schemas.microsoft.com/office/drawing/2014/main" id="{550FF914-BAEC-02C4-B772-8126D5CED5AD}"/>
              </a:ext>
            </a:extLst>
          </p:cNvPr>
          <p:cNvSpPr/>
          <p:nvPr/>
        </p:nvSpPr>
        <p:spPr>
          <a:xfrm>
            <a:off x="3327400" y="1905000"/>
            <a:ext cx="2565400" cy="2032000"/>
          </a:xfrm>
          <a:prstGeom prst="roundRect">
            <a:avLst/>
          </a:prstGeom>
          <a:solidFill>
            <a:srgbClr val="FFF7E8"/>
          </a:solidFill>
          <a:ln w="12700">
            <a:solidFill>
              <a:srgbClr val="D6E1F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1" name="사각형: 둥근 모서리 10">
            <a:extLst>
              <a:ext uri="{FF2B5EF4-FFF2-40B4-BE49-F238E27FC236}">
                <a16:creationId xmlns:a16="http://schemas.microsoft.com/office/drawing/2014/main" id="{0D6293BA-A557-F330-36AB-44ED5E718E2D}"/>
              </a:ext>
            </a:extLst>
          </p:cNvPr>
          <p:cNvSpPr/>
          <p:nvPr/>
        </p:nvSpPr>
        <p:spPr>
          <a:xfrm>
            <a:off x="3327400" y="1905000"/>
            <a:ext cx="63500" cy="2032000"/>
          </a:xfrm>
          <a:prstGeom prst="roundRect">
            <a:avLst/>
          </a:prstGeom>
          <a:solidFill>
            <a:srgbClr val="FF9E1B"/>
          </a:solidFill>
          <a:ln w="12700">
            <a:solidFill>
              <a:srgbClr val="FF9E1B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98D86386-9729-AAE3-BFFA-640E3710A312}"/>
              </a:ext>
            </a:extLst>
          </p:cNvPr>
          <p:cNvSpPr txBox="1"/>
          <p:nvPr/>
        </p:nvSpPr>
        <p:spPr>
          <a:xfrm>
            <a:off x="3556000" y="2108200"/>
            <a:ext cx="2133600" cy="276999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ko-KR" altLang="en-US" sz="1600" b="1">
                <a:solidFill>
                  <a:srgbClr val="13233D"/>
                </a:solidFill>
                <a:latin typeface="Malgun Gothic" panose="020B0503020000020004" pitchFamily="50" charset="-127"/>
                <a:ea typeface="Malgun Gothic" panose="020B0503020000020004" pitchFamily="50" charset="-127"/>
              </a:rPr>
              <a:t>분야 탭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7426E530-DD80-2B51-22B7-3FC5C7B818EA}"/>
              </a:ext>
            </a:extLst>
          </p:cNvPr>
          <p:cNvSpPr txBox="1"/>
          <p:nvPr/>
        </p:nvSpPr>
        <p:spPr>
          <a:xfrm>
            <a:off x="3556000" y="2527300"/>
            <a:ext cx="2133600" cy="276999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ko-KR" altLang="en-US" sz="1200">
                <a:solidFill>
                  <a:srgbClr val="5B6F8C"/>
                </a:solidFill>
                <a:latin typeface="Malgun Gothic" panose="020B0503020000020004" pitchFamily="50" charset="-127"/>
                <a:ea typeface="Malgun Gothic" panose="020B0503020000020004" pitchFamily="50" charset="-127"/>
              </a:rPr>
              <a:t>개인</a:t>
            </a:r>
            <a:r>
              <a:rPr lang="en-US" altLang="ko-KR" sz="1200">
                <a:solidFill>
                  <a:srgbClr val="5B6F8C"/>
                </a:solidFill>
                <a:latin typeface="Malgun Gothic" panose="020B0503020000020004" pitchFamily="50" charset="-127"/>
                <a:ea typeface="Malgun Gothic" panose="020B0503020000020004" pitchFamily="50" charset="-127"/>
              </a:rPr>
              <a:t>·</a:t>
            </a:r>
            <a:r>
              <a:rPr lang="ko-KR" altLang="en-US" sz="1200">
                <a:solidFill>
                  <a:srgbClr val="5B6F8C"/>
                </a:solidFill>
                <a:latin typeface="Malgun Gothic" panose="020B0503020000020004" pitchFamily="50" charset="-127"/>
                <a:ea typeface="Malgun Gothic" panose="020B0503020000020004" pitchFamily="50" charset="-127"/>
              </a:rPr>
              <a:t>기업</a:t>
            </a:r>
            <a:r>
              <a:rPr lang="en-US" altLang="ko-KR" sz="1200">
                <a:solidFill>
                  <a:srgbClr val="5B6F8C"/>
                </a:solidFill>
                <a:latin typeface="Malgun Gothic" panose="020B0503020000020004" pitchFamily="50" charset="-127"/>
                <a:ea typeface="Malgun Gothic" panose="020B0503020000020004" pitchFamily="50" charset="-127"/>
              </a:rPr>
              <a:t>·</a:t>
            </a:r>
            <a:r>
              <a:rPr lang="ko-KR" altLang="en-US" sz="1200">
                <a:solidFill>
                  <a:srgbClr val="5B6F8C"/>
                </a:solidFill>
                <a:latin typeface="Malgun Gothic" panose="020B0503020000020004" pitchFamily="50" charset="-127"/>
                <a:ea typeface="Malgun Gothic" panose="020B0503020000020004" pitchFamily="50" charset="-127"/>
              </a:rPr>
              <a:t>법률</a:t>
            </a:r>
            <a:r>
              <a:rPr lang="en-US" altLang="ko-KR" sz="1200">
                <a:solidFill>
                  <a:srgbClr val="5B6F8C"/>
                </a:solidFill>
                <a:latin typeface="Malgun Gothic" panose="020B0503020000020004" pitchFamily="50" charset="-127"/>
                <a:ea typeface="Malgun Gothic" panose="020B0503020000020004" pitchFamily="50" charset="-127"/>
              </a:rPr>
              <a:t>·</a:t>
            </a:r>
            <a:r>
              <a:rPr lang="ko-KR" altLang="en-US" sz="1200">
                <a:solidFill>
                  <a:srgbClr val="5B6F8C"/>
                </a:solidFill>
                <a:latin typeface="Malgun Gothic" panose="020B0503020000020004" pitchFamily="50" charset="-127"/>
                <a:ea typeface="Malgun Gothic" panose="020B0503020000020004" pitchFamily="50" charset="-127"/>
              </a:rPr>
              <a:t>규제 등
관심 범위를 좁힙니다</a:t>
            </a:r>
            <a:r>
              <a:rPr lang="en-US" altLang="ko-KR" sz="1200">
                <a:solidFill>
                  <a:srgbClr val="5B6F8C"/>
                </a:solidFill>
                <a:latin typeface="Malgun Gothic" panose="020B0503020000020004" pitchFamily="50" charset="-127"/>
                <a:ea typeface="Malgun Gothic" panose="020B0503020000020004" pitchFamily="50" charset="-127"/>
              </a:rPr>
              <a:t>.</a:t>
            </a:r>
            <a:endParaRPr lang="ko-KR" altLang="en-US" sz="1200">
              <a:solidFill>
                <a:srgbClr val="5B6F8C"/>
              </a:solidFill>
              <a:latin typeface="Malgun Gothic" panose="020B0503020000020004" pitchFamily="50" charset="-127"/>
              <a:ea typeface="Malgun Gothic" panose="020B0503020000020004" pitchFamily="50" charset="-127"/>
            </a:endParaRPr>
          </a:p>
        </p:txBody>
      </p:sp>
      <p:sp>
        <p:nvSpPr>
          <p:cNvPr id="14" name="사각형: 둥근 모서리 13">
            <a:extLst>
              <a:ext uri="{FF2B5EF4-FFF2-40B4-BE49-F238E27FC236}">
                <a16:creationId xmlns:a16="http://schemas.microsoft.com/office/drawing/2014/main" id="{8ACC5897-8C34-F2B1-74BC-A7BF84653FE3}"/>
              </a:ext>
            </a:extLst>
          </p:cNvPr>
          <p:cNvSpPr/>
          <p:nvPr/>
        </p:nvSpPr>
        <p:spPr>
          <a:xfrm>
            <a:off x="6121400" y="1905000"/>
            <a:ext cx="2565400" cy="2032000"/>
          </a:xfrm>
          <a:prstGeom prst="roundRect">
            <a:avLst/>
          </a:prstGeom>
          <a:solidFill>
            <a:srgbClr val="E9F9F3"/>
          </a:solidFill>
          <a:ln w="12700">
            <a:solidFill>
              <a:srgbClr val="D6E1F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5" name="사각형: 둥근 모서리 14">
            <a:extLst>
              <a:ext uri="{FF2B5EF4-FFF2-40B4-BE49-F238E27FC236}">
                <a16:creationId xmlns:a16="http://schemas.microsoft.com/office/drawing/2014/main" id="{0681FEB5-037B-3223-EB89-AD562530B83D}"/>
              </a:ext>
            </a:extLst>
          </p:cNvPr>
          <p:cNvSpPr/>
          <p:nvPr/>
        </p:nvSpPr>
        <p:spPr>
          <a:xfrm>
            <a:off x="6121400" y="1905000"/>
            <a:ext cx="63500" cy="2032000"/>
          </a:xfrm>
          <a:prstGeom prst="roundRect">
            <a:avLst/>
          </a:prstGeom>
          <a:solidFill>
            <a:srgbClr val="148E68"/>
          </a:solidFill>
          <a:ln w="12700">
            <a:solidFill>
              <a:srgbClr val="148E6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4FE80E15-D4F0-49B3-F41E-EB0C2920FAE9}"/>
              </a:ext>
            </a:extLst>
          </p:cNvPr>
          <p:cNvSpPr txBox="1"/>
          <p:nvPr/>
        </p:nvSpPr>
        <p:spPr>
          <a:xfrm>
            <a:off x="6350000" y="2108200"/>
            <a:ext cx="2133600" cy="276999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ko-KR" altLang="en-US" sz="1600" b="1">
                <a:solidFill>
                  <a:srgbClr val="13233D"/>
                </a:solidFill>
                <a:latin typeface="Malgun Gothic" panose="020B0503020000020004" pitchFamily="50" charset="-127"/>
                <a:ea typeface="Malgun Gothic" panose="020B0503020000020004" pitchFamily="50" charset="-127"/>
              </a:rPr>
              <a:t>기간</a:t>
            </a:r>
            <a:r>
              <a:rPr lang="en-US" altLang="ko-KR" sz="1600" b="1">
                <a:solidFill>
                  <a:srgbClr val="13233D"/>
                </a:solidFill>
                <a:latin typeface="Malgun Gothic" panose="020B0503020000020004" pitchFamily="50" charset="-127"/>
                <a:ea typeface="Malgun Gothic" panose="020B0503020000020004" pitchFamily="50" charset="-127"/>
              </a:rPr>
              <a:t>·</a:t>
            </a:r>
            <a:r>
              <a:rPr lang="ko-KR" altLang="en-US" sz="1600" b="1">
                <a:solidFill>
                  <a:srgbClr val="13233D"/>
                </a:solidFill>
                <a:latin typeface="Malgun Gothic" panose="020B0503020000020004" pitchFamily="50" charset="-127"/>
                <a:ea typeface="Malgun Gothic" panose="020B0503020000020004" pitchFamily="50" charset="-127"/>
              </a:rPr>
              <a:t>출처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2B0CF89F-E3B6-1A0C-FBB6-8CFE80C9F246}"/>
              </a:ext>
            </a:extLst>
          </p:cNvPr>
          <p:cNvSpPr txBox="1"/>
          <p:nvPr/>
        </p:nvSpPr>
        <p:spPr>
          <a:xfrm>
            <a:off x="6350000" y="2527300"/>
            <a:ext cx="2133600" cy="276999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ko-KR" altLang="en-US" sz="1200">
                <a:solidFill>
                  <a:srgbClr val="5B6F8C"/>
                </a:solidFill>
                <a:latin typeface="Malgun Gothic" panose="020B0503020000020004" pitchFamily="50" charset="-127"/>
                <a:ea typeface="Malgun Gothic" panose="020B0503020000020004" pitchFamily="50" charset="-127"/>
              </a:rPr>
              <a:t>최근 자료 또는 특정 기관 자료를
중심으로 볼 때 사용합니다</a:t>
            </a:r>
            <a:r>
              <a:rPr lang="en-US" altLang="ko-KR" sz="1200">
                <a:solidFill>
                  <a:srgbClr val="5B6F8C"/>
                </a:solidFill>
                <a:latin typeface="Malgun Gothic" panose="020B0503020000020004" pitchFamily="50" charset="-127"/>
                <a:ea typeface="Malgun Gothic" panose="020B0503020000020004" pitchFamily="50" charset="-127"/>
              </a:rPr>
              <a:t>.</a:t>
            </a:r>
            <a:endParaRPr lang="ko-KR" altLang="en-US" sz="1200">
              <a:solidFill>
                <a:srgbClr val="5B6F8C"/>
              </a:solidFill>
              <a:latin typeface="Malgun Gothic" panose="020B0503020000020004" pitchFamily="50" charset="-127"/>
              <a:ea typeface="Malgun Gothic" panose="020B0503020000020004" pitchFamily="50" charset="-127"/>
            </a:endParaRPr>
          </a:p>
        </p:txBody>
      </p:sp>
      <p:sp>
        <p:nvSpPr>
          <p:cNvPr id="18" name="사각형: 둥근 모서리 17">
            <a:extLst>
              <a:ext uri="{FF2B5EF4-FFF2-40B4-BE49-F238E27FC236}">
                <a16:creationId xmlns:a16="http://schemas.microsoft.com/office/drawing/2014/main" id="{BFB2C3E7-6048-A8AE-9482-85715BFCA37D}"/>
              </a:ext>
            </a:extLst>
          </p:cNvPr>
          <p:cNvSpPr/>
          <p:nvPr/>
        </p:nvSpPr>
        <p:spPr>
          <a:xfrm>
            <a:off x="8915400" y="1905000"/>
            <a:ext cx="2565400" cy="2032000"/>
          </a:xfrm>
          <a:prstGeom prst="roundRect">
            <a:avLst/>
          </a:prstGeom>
          <a:solidFill>
            <a:srgbClr val="FFF0F1"/>
          </a:solidFill>
          <a:ln w="12700">
            <a:solidFill>
              <a:srgbClr val="D6E1F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9" name="사각형: 둥근 모서리 18">
            <a:extLst>
              <a:ext uri="{FF2B5EF4-FFF2-40B4-BE49-F238E27FC236}">
                <a16:creationId xmlns:a16="http://schemas.microsoft.com/office/drawing/2014/main" id="{9DB3F424-F809-F7C8-17D8-7CDDBF34BE54}"/>
              </a:ext>
            </a:extLst>
          </p:cNvPr>
          <p:cNvSpPr/>
          <p:nvPr/>
        </p:nvSpPr>
        <p:spPr>
          <a:xfrm>
            <a:off x="8915400" y="1905000"/>
            <a:ext cx="63500" cy="2032000"/>
          </a:xfrm>
          <a:prstGeom prst="roundRect">
            <a:avLst/>
          </a:prstGeom>
          <a:solidFill>
            <a:srgbClr val="C4393F"/>
          </a:solidFill>
          <a:ln w="12700">
            <a:solidFill>
              <a:srgbClr val="C4393F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2F2ACFB5-17FE-4450-5333-12FEF2E252DD}"/>
              </a:ext>
            </a:extLst>
          </p:cNvPr>
          <p:cNvSpPr txBox="1"/>
          <p:nvPr/>
        </p:nvSpPr>
        <p:spPr>
          <a:xfrm>
            <a:off x="9144000" y="2108200"/>
            <a:ext cx="2133600" cy="276999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ko-KR" altLang="en-US" sz="1600" b="1">
                <a:solidFill>
                  <a:srgbClr val="13233D"/>
                </a:solidFill>
                <a:latin typeface="Malgun Gothic" panose="020B0503020000020004" pitchFamily="50" charset="-127"/>
                <a:ea typeface="Malgun Gothic" panose="020B0503020000020004" pitchFamily="50" charset="-127"/>
              </a:rPr>
              <a:t>정렬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3854A9CF-9AAB-CFA1-002E-DA8EBEBE5E5A}"/>
              </a:ext>
            </a:extLst>
          </p:cNvPr>
          <p:cNvSpPr txBox="1"/>
          <p:nvPr/>
        </p:nvSpPr>
        <p:spPr>
          <a:xfrm>
            <a:off x="9144000" y="2527300"/>
            <a:ext cx="2133600" cy="276999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ko-KR" altLang="en-US" sz="1200">
                <a:solidFill>
                  <a:srgbClr val="5B6F8C"/>
                </a:solidFill>
                <a:latin typeface="Malgun Gothic" panose="020B0503020000020004" pitchFamily="50" charset="-127"/>
                <a:ea typeface="Malgun Gothic" panose="020B0503020000020004" pitchFamily="50" charset="-127"/>
              </a:rPr>
              <a:t>종합점수</a:t>
            </a:r>
            <a:r>
              <a:rPr lang="en-US" altLang="ko-KR" sz="1200">
                <a:solidFill>
                  <a:srgbClr val="5B6F8C"/>
                </a:solidFill>
                <a:latin typeface="Malgun Gothic" panose="020B0503020000020004" pitchFamily="50" charset="-127"/>
                <a:ea typeface="Malgun Gothic" panose="020B0503020000020004" pitchFamily="50" charset="-127"/>
              </a:rPr>
              <a:t>, </a:t>
            </a:r>
            <a:r>
              <a:rPr lang="ko-KR" altLang="en-US" sz="1200">
                <a:solidFill>
                  <a:srgbClr val="5B6F8C"/>
                </a:solidFill>
                <a:latin typeface="Malgun Gothic" panose="020B0503020000020004" pitchFamily="50" charset="-127"/>
                <a:ea typeface="Malgun Gothic" panose="020B0503020000020004" pitchFamily="50" charset="-127"/>
              </a:rPr>
              <a:t>시장성</a:t>
            </a:r>
            <a:r>
              <a:rPr lang="en-US" altLang="ko-KR" sz="1200">
                <a:solidFill>
                  <a:srgbClr val="5B6F8C"/>
                </a:solidFill>
                <a:latin typeface="Malgun Gothic" panose="020B0503020000020004" pitchFamily="50" charset="-127"/>
                <a:ea typeface="Malgun Gothic" panose="020B0503020000020004" pitchFamily="50" charset="-127"/>
              </a:rPr>
              <a:t>, </a:t>
            </a:r>
            <a:r>
              <a:rPr lang="ko-KR" altLang="en-US" sz="1200">
                <a:solidFill>
                  <a:srgbClr val="5B6F8C"/>
                </a:solidFill>
                <a:latin typeface="Malgun Gothic" panose="020B0503020000020004" pitchFamily="50" charset="-127"/>
                <a:ea typeface="Malgun Gothic" panose="020B0503020000020004" pitchFamily="50" charset="-127"/>
              </a:rPr>
              <a:t>법률</a:t>
            </a:r>
            <a:r>
              <a:rPr lang="en-US" altLang="ko-KR" sz="1200">
                <a:solidFill>
                  <a:srgbClr val="5B6F8C"/>
                </a:solidFill>
                <a:latin typeface="Malgun Gothic" panose="020B0503020000020004" pitchFamily="50" charset="-127"/>
                <a:ea typeface="Malgun Gothic" panose="020B0503020000020004" pitchFamily="50" charset="-127"/>
              </a:rPr>
              <a:t>·</a:t>
            </a:r>
            <a:r>
              <a:rPr lang="ko-KR" altLang="en-US" sz="1200">
                <a:solidFill>
                  <a:srgbClr val="5B6F8C"/>
                </a:solidFill>
                <a:latin typeface="Malgun Gothic" panose="020B0503020000020004" pitchFamily="50" charset="-127"/>
                <a:ea typeface="Malgun Gothic" panose="020B0503020000020004" pitchFamily="50" charset="-127"/>
              </a:rPr>
              <a:t>규제</a:t>
            </a:r>
            <a:r>
              <a:rPr lang="en-US" altLang="ko-KR" sz="1200">
                <a:solidFill>
                  <a:srgbClr val="5B6F8C"/>
                </a:solidFill>
                <a:latin typeface="Malgun Gothic" panose="020B0503020000020004" pitchFamily="50" charset="-127"/>
                <a:ea typeface="Malgun Gothic" panose="020B0503020000020004" pitchFamily="50" charset="-127"/>
              </a:rPr>
              <a:t>, PML </a:t>
            </a:r>
            <a:r>
              <a:rPr lang="ko-KR" altLang="en-US" sz="1200">
                <a:solidFill>
                  <a:srgbClr val="5B6F8C"/>
                </a:solidFill>
                <a:latin typeface="Malgun Gothic" panose="020B0503020000020004" pitchFamily="50" charset="-127"/>
                <a:ea typeface="Malgun Gothic" panose="020B0503020000020004" pitchFamily="50" charset="-127"/>
              </a:rPr>
              <a:t>중
원하는 기준으로 순서를 바꿉니다</a:t>
            </a:r>
            <a:r>
              <a:rPr lang="en-US" altLang="ko-KR" sz="1200">
                <a:solidFill>
                  <a:srgbClr val="5B6F8C"/>
                </a:solidFill>
                <a:latin typeface="Malgun Gothic" panose="020B0503020000020004" pitchFamily="50" charset="-127"/>
                <a:ea typeface="Malgun Gothic" panose="020B0503020000020004" pitchFamily="50" charset="-127"/>
              </a:rPr>
              <a:t>.</a:t>
            </a:r>
            <a:endParaRPr lang="ko-KR" altLang="en-US" sz="1200">
              <a:solidFill>
                <a:srgbClr val="5B6F8C"/>
              </a:solidFill>
              <a:latin typeface="Malgun Gothic" panose="020B0503020000020004" pitchFamily="50" charset="-127"/>
              <a:ea typeface="Malgun Gothic" panose="020B0503020000020004" pitchFamily="50" charset="-127"/>
            </a:endParaRP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9424CD44-CCA2-A038-8889-ED307D76EDDC}"/>
              </a:ext>
            </a:extLst>
          </p:cNvPr>
          <p:cNvSpPr txBox="1"/>
          <p:nvPr/>
        </p:nvSpPr>
        <p:spPr>
          <a:xfrm>
            <a:off x="533400" y="5562600"/>
            <a:ext cx="10795000" cy="276999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ko-KR" altLang="en-US" sz="1300" b="1">
                <a:solidFill>
                  <a:srgbClr val="13233D"/>
                </a:solidFill>
                <a:latin typeface="Malgun Gothic" panose="020B0503020000020004" pitchFamily="50" charset="-127"/>
                <a:ea typeface="Malgun Gothic" panose="020B0503020000020004" pitchFamily="50" charset="-127"/>
              </a:rPr>
              <a:t>추천</a:t>
            </a:r>
            <a:r>
              <a:rPr lang="en-US" altLang="ko-KR" sz="1300" b="1">
                <a:solidFill>
                  <a:srgbClr val="13233D"/>
                </a:solidFill>
                <a:latin typeface="Malgun Gothic" panose="020B0503020000020004" pitchFamily="50" charset="-127"/>
                <a:ea typeface="Malgun Gothic" panose="020B0503020000020004" pitchFamily="50" charset="-127"/>
              </a:rPr>
              <a:t>: </a:t>
            </a:r>
            <a:r>
              <a:rPr lang="ko-KR" altLang="en-US" sz="1300" b="1">
                <a:solidFill>
                  <a:srgbClr val="13233D"/>
                </a:solidFill>
                <a:latin typeface="Malgun Gothic" panose="020B0503020000020004" pitchFamily="50" charset="-127"/>
                <a:ea typeface="Malgun Gothic" panose="020B0503020000020004" pitchFamily="50" charset="-127"/>
              </a:rPr>
              <a:t>종합점수 순으로 훑기 → 키워드 검색 → 법률</a:t>
            </a:r>
            <a:r>
              <a:rPr lang="en-US" altLang="ko-KR" sz="1300" b="1">
                <a:solidFill>
                  <a:srgbClr val="13233D"/>
                </a:solidFill>
                <a:latin typeface="Malgun Gothic" panose="020B0503020000020004" pitchFamily="50" charset="-127"/>
                <a:ea typeface="Malgun Gothic" panose="020B0503020000020004" pitchFamily="50" charset="-127"/>
              </a:rPr>
              <a:t>·</a:t>
            </a:r>
            <a:r>
              <a:rPr lang="ko-KR" altLang="en-US" sz="1300" b="1">
                <a:solidFill>
                  <a:srgbClr val="13233D"/>
                </a:solidFill>
                <a:latin typeface="Malgun Gothic" panose="020B0503020000020004" pitchFamily="50" charset="-127"/>
                <a:ea typeface="Malgun Gothic" panose="020B0503020000020004" pitchFamily="50" charset="-127"/>
              </a:rPr>
              <a:t>규제 또는 </a:t>
            </a:r>
            <a:r>
              <a:rPr lang="en-US" altLang="ko-KR" sz="1300" b="1">
                <a:solidFill>
                  <a:srgbClr val="13233D"/>
                </a:solidFill>
                <a:latin typeface="Malgun Gothic" panose="020B0503020000020004" pitchFamily="50" charset="-127"/>
                <a:ea typeface="Malgun Gothic" panose="020B0503020000020004" pitchFamily="50" charset="-127"/>
              </a:rPr>
              <a:t>PML </a:t>
            </a:r>
            <a:r>
              <a:rPr lang="ko-KR" altLang="en-US" sz="1300" b="1">
                <a:solidFill>
                  <a:srgbClr val="13233D"/>
                </a:solidFill>
                <a:latin typeface="Malgun Gothic" panose="020B0503020000020004" pitchFamily="50" charset="-127"/>
                <a:ea typeface="Malgun Gothic" panose="020B0503020000020004" pitchFamily="50" charset="-127"/>
              </a:rPr>
              <a:t>순으로 재확인 → 상세 이동</a:t>
            </a:r>
          </a:p>
        </p:txBody>
      </p:sp>
      <p:cxnSp>
        <p:nvCxnSpPr>
          <p:cNvPr id="23" name="직선 연결선 22">
            <a:extLst>
              <a:ext uri="{FF2B5EF4-FFF2-40B4-BE49-F238E27FC236}">
                <a16:creationId xmlns:a16="http://schemas.microsoft.com/office/drawing/2014/main" id="{214D52A1-F986-63B8-7DD7-269371993842}"/>
              </a:ext>
            </a:extLst>
          </p:cNvPr>
          <p:cNvCxnSpPr/>
          <p:nvPr/>
        </p:nvCxnSpPr>
        <p:spPr>
          <a:xfrm>
            <a:off x="533400" y="6438900"/>
            <a:ext cx="11125200" cy="0"/>
          </a:xfrm>
          <a:prstGeom prst="line">
            <a:avLst/>
          </a:prstGeom>
          <a:ln w="12700">
            <a:solidFill>
              <a:srgbClr val="D6E1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4" name="TextBox 23">
            <a:extLst>
              <a:ext uri="{FF2B5EF4-FFF2-40B4-BE49-F238E27FC236}">
                <a16:creationId xmlns:a16="http://schemas.microsoft.com/office/drawing/2014/main" id="{8043D359-3029-4CDF-FA57-A5E8F2F6894D}"/>
              </a:ext>
            </a:extLst>
          </p:cNvPr>
          <p:cNvSpPr txBox="1"/>
          <p:nvPr/>
        </p:nvSpPr>
        <p:spPr>
          <a:xfrm>
            <a:off x="533400" y="6578600"/>
            <a:ext cx="6350000" cy="276999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en-US" altLang="ko-KR" sz="900">
                <a:solidFill>
                  <a:srgbClr val="5B6F8C"/>
                </a:solidFill>
                <a:latin typeface="Malgun Gothic" panose="020B0503020000020004" pitchFamily="50" charset="-127"/>
                <a:ea typeface="Malgun Gothic" panose="020B0503020000020004" pitchFamily="50" charset="-127"/>
              </a:rPr>
              <a:t>HI RISK STUDIO - RISK EXPLORATION USER GUIDE</a:t>
            </a:r>
            <a:endParaRPr lang="ko-KR" altLang="en-US" sz="900">
              <a:solidFill>
                <a:srgbClr val="5B6F8C"/>
              </a:solidFill>
              <a:latin typeface="Malgun Gothic" panose="020B0503020000020004" pitchFamily="50" charset="-127"/>
              <a:ea typeface="Malgun Gothic" panose="020B0503020000020004" pitchFamily="50" charset="-127"/>
            </a:endParaRP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E791A6E7-424F-1303-6684-AE368DDD3232}"/>
              </a:ext>
            </a:extLst>
          </p:cNvPr>
          <p:cNvSpPr txBox="1"/>
          <p:nvPr/>
        </p:nvSpPr>
        <p:spPr>
          <a:xfrm>
            <a:off x="10922000" y="6578600"/>
            <a:ext cx="736600" cy="276999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 algn="r"/>
            <a:r>
              <a:rPr lang="en-US" altLang="ko-KR" sz="900">
                <a:solidFill>
                  <a:srgbClr val="5B6F8C"/>
                </a:solidFill>
                <a:latin typeface="Malgun Gothic" panose="020B0503020000020004" pitchFamily="50" charset="-127"/>
                <a:ea typeface="Malgun Gothic" panose="020B0503020000020004" pitchFamily="50" charset="-127"/>
              </a:rPr>
              <a:t>8 / 12</a:t>
            </a:r>
            <a:endParaRPr lang="ko-KR" altLang="en-US" sz="900">
              <a:solidFill>
                <a:srgbClr val="5B6F8C"/>
              </a:solidFill>
              <a:latin typeface="Malgun Gothic" panose="020B0503020000020004" pitchFamily="50" charset="-127"/>
              <a:ea typeface="Malgun Gothic" panose="020B0503020000020004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3967594691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05E99374-5297-B1CD-7C68-4EB1941626EF}"/>
              </a:ext>
            </a:extLst>
          </p:cNvPr>
          <p:cNvSpPr txBox="1"/>
          <p:nvPr/>
        </p:nvSpPr>
        <p:spPr>
          <a:xfrm>
            <a:off x="533400" y="355600"/>
            <a:ext cx="533400" cy="276999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en-US" altLang="ko-KR" sz="1300" b="1">
                <a:solidFill>
                  <a:srgbClr val="2869E6"/>
                </a:solidFill>
                <a:latin typeface="Malgun Gothic" panose="020B0503020000020004" pitchFamily="50" charset="-127"/>
                <a:ea typeface="Malgun Gothic" panose="020B0503020000020004" pitchFamily="50" charset="-127"/>
              </a:rPr>
              <a:t>09</a:t>
            </a:r>
            <a:endParaRPr lang="ko-KR" altLang="en-US" sz="1300" b="1">
              <a:solidFill>
                <a:srgbClr val="2869E6"/>
              </a:solidFill>
              <a:latin typeface="Malgun Gothic" panose="020B0503020000020004" pitchFamily="50" charset="-127"/>
              <a:ea typeface="Malgun Gothic" panose="020B0503020000020004" pitchFamily="50" charset="-127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E14C61D4-4D6C-7CA8-A72F-CE03A0585B99}"/>
              </a:ext>
            </a:extLst>
          </p:cNvPr>
          <p:cNvSpPr txBox="1"/>
          <p:nvPr/>
        </p:nvSpPr>
        <p:spPr>
          <a:xfrm>
            <a:off x="1168400" y="393700"/>
            <a:ext cx="3810000" cy="276999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en-US" altLang="ko-KR" sz="900" b="1">
                <a:solidFill>
                  <a:srgbClr val="2869E6"/>
                </a:solidFill>
                <a:latin typeface="Malgun Gothic" panose="020B0503020000020004" pitchFamily="50" charset="-127"/>
                <a:ea typeface="Malgun Gothic" panose="020B0503020000020004" pitchFamily="50" charset="-127"/>
              </a:rPr>
              <a:t>RISK EXPLORATION</a:t>
            </a:r>
            <a:endParaRPr lang="ko-KR" altLang="en-US" sz="900" b="1">
              <a:solidFill>
                <a:srgbClr val="2869E6"/>
              </a:solidFill>
              <a:latin typeface="Malgun Gothic" panose="020B0503020000020004" pitchFamily="50" charset="-127"/>
              <a:ea typeface="Malgun Gothic" panose="020B0503020000020004" pitchFamily="50" charset="-127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A4292F6F-2EE4-5A5B-3966-C1745AF172DF}"/>
              </a:ext>
            </a:extLst>
          </p:cNvPr>
          <p:cNvSpPr txBox="1"/>
          <p:nvPr/>
        </p:nvSpPr>
        <p:spPr>
          <a:xfrm>
            <a:off x="533400" y="800100"/>
            <a:ext cx="10668000" cy="276999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ko-KR" altLang="en-US" sz="2600" b="1">
                <a:solidFill>
                  <a:srgbClr val="13233D"/>
                </a:solidFill>
                <a:latin typeface="Malgun Gothic" panose="020B0503020000020004" pitchFamily="50" charset="-127"/>
                <a:ea typeface="Malgun Gothic" panose="020B0503020000020004" pitchFamily="50" charset="-127"/>
              </a:rPr>
              <a:t>법률</a:t>
            </a:r>
            <a:r>
              <a:rPr lang="en-US" altLang="ko-KR" sz="2600" b="1">
                <a:solidFill>
                  <a:srgbClr val="13233D"/>
                </a:solidFill>
                <a:latin typeface="Malgun Gothic" panose="020B0503020000020004" pitchFamily="50" charset="-127"/>
                <a:ea typeface="Malgun Gothic" panose="020B0503020000020004" pitchFamily="50" charset="-127"/>
              </a:rPr>
              <a:t>·</a:t>
            </a:r>
            <a:r>
              <a:rPr lang="ko-KR" altLang="en-US" sz="2600" b="1">
                <a:solidFill>
                  <a:srgbClr val="13233D"/>
                </a:solidFill>
                <a:latin typeface="Malgun Gothic" panose="020B0503020000020004" pitchFamily="50" charset="-127"/>
                <a:ea typeface="Malgun Gothic" panose="020B0503020000020004" pitchFamily="50" charset="-127"/>
              </a:rPr>
              <a:t>규제 위험은 이렇게 읽습니다</a:t>
            </a:r>
          </a:p>
        </p:txBody>
      </p:sp>
      <p:cxnSp>
        <p:nvCxnSpPr>
          <p:cNvPr id="5" name="직선 연결선 4">
            <a:extLst>
              <a:ext uri="{FF2B5EF4-FFF2-40B4-BE49-F238E27FC236}">
                <a16:creationId xmlns:a16="http://schemas.microsoft.com/office/drawing/2014/main" id="{842BC53E-6CEE-91CB-A49E-92953DE33F24}"/>
              </a:ext>
            </a:extLst>
          </p:cNvPr>
          <p:cNvCxnSpPr/>
          <p:nvPr/>
        </p:nvCxnSpPr>
        <p:spPr>
          <a:xfrm>
            <a:off x="533400" y="1422400"/>
            <a:ext cx="11125200" cy="0"/>
          </a:xfrm>
          <a:prstGeom prst="line">
            <a:avLst/>
          </a:prstGeom>
          <a:ln w="12700">
            <a:solidFill>
              <a:srgbClr val="D6E1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사각형: 둥근 모서리 5">
            <a:extLst>
              <a:ext uri="{FF2B5EF4-FFF2-40B4-BE49-F238E27FC236}">
                <a16:creationId xmlns:a16="http://schemas.microsoft.com/office/drawing/2014/main" id="{1F81A616-04C1-58CD-7E69-106FB1FBD7D7}"/>
              </a:ext>
            </a:extLst>
          </p:cNvPr>
          <p:cNvSpPr/>
          <p:nvPr/>
        </p:nvSpPr>
        <p:spPr>
          <a:xfrm>
            <a:off x="533400" y="1841500"/>
            <a:ext cx="5207000" cy="3556000"/>
          </a:xfrm>
          <a:prstGeom prst="roundRect">
            <a:avLst/>
          </a:prstGeom>
          <a:solidFill>
            <a:srgbClr val="EDF5FF"/>
          </a:solidFill>
          <a:ln w="12700">
            <a:solidFill>
              <a:srgbClr val="D6E1F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7" name="사각형: 둥근 모서리 6">
            <a:extLst>
              <a:ext uri="{FF2B5EF4-FFF2-40B4-BE49-F238E27FC236}">
                <a16:creationId xmlns:a16="http://schemas.microsoft.com/office/drawing/2014/main" id="{98D5C03E-9419-6D99-5A03-4822645A80DC}"/>
              </a:ext>
            </a:extLst>
          </p:cNvPr>
          <p:cNvSpPr/>
          <p:nvPr/>
        </p:nvSpPr>
        <p:spPr>
          <a:xfrm>
            <a:off x="533400" y="1841500"/>
            <a:ext cx="63500" cy="3556000"/>
          </a:xfrm>
          <a:prstGeom prst="roundRect">
            <a:avLst/>
          </a:prstGeom>
          <a:solidFill>
            <a:srgbClr val="2869E6"/>
          </a:solidFill>
          <a:ln w="12700">
            <a:solidFill>
              <a:srgbClr val="2869E6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428C1909-D048-9CF8-641B-6EF7E32F0917}"/>
              </a:ext>
            </a:extLst>
          </p:cNvPr>
          <p:cNvSpPr txBox="1"/>
          <p:nvPr/>
        </p:nvSpPr>
        <p:spPr>
          <a:xfrm>
            <a:off x="762000" y="2044700"/>
            <a:ext cx="4775200" cy="276999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ko-KR" altLang="en-US" sz="1600" b="1">
                <a:solidFill>
                  <a:srgbClr val="13233D"/>
                </a:solidFill>
                <a:latin typeface="Malgun Gothic" panose="020B0503020000020004" pitchFamily="50" charset="-127"/>
                <a:ea typeface="Malgun Gothic" panose="020B0503020000020004" pitchFamily="50" charset="-127"/>
              </a:rPr>
              <a:t>법령 기준 흐름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533BD70D-711A-9F56-B0B2-EEA62D3004C9}"/>
              </a:ext>
            </a:extLst>
          </p:cNvPr>
          <p:cNvSpPr txBox="1"/>
          <p:nvPr/>
        </p:nvSpPr>
        <p:spPr>
          <a:xfrm>
            <a:off x="762000" y="2463800"/>
            <a:ext cx="4775200" cy="276999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en-US" altLang="ko-KR" sz="1200">
                <a:solidFill>
                  <a:srgbClr val="5B6F8C"/>
                </a:solidFill>
                <a:latin typeface="Malgun Gothic" panose="020B0503020000020004" pitchFamily="50" charset="-127"/>
                <a:ea typeface="Malgun Gothic" panose="020B0503020000020004" pitchFamily="50" charset="-127"/>
              </a:rPr>
              <a:t>1. </a:t>
            </a:r>
            <a:r>
              <a:rPr lang="ko-KR" altLang="en-US" sz="1200">
                <a:solidFill>
                  <a:srgbClr val="5B6F8C"/>
                </a:solidFill>
                <a:latin typeface="Malgun Gothic" panose="020B0503020000020004" pitchFamily="50" charset="-127"/>
                <a:ea typeface="Malgun Gothic" panose="020B0503020000020004" pitchFamily="50" charset="-127"/>
              </a:rPr>
              <a:t>법령 원문
</a:t>
            </a:r>
            <a:r>
              <a:rPr lang="en-US" altLang="ko-KR" sz="1200">
                <a:solidFill>
                  <a:srgbClr val="5B6F8C"/>
                </a:solidFill>
                <a:latin typeface="Malgun Gothic" panose="020B0503020000020004" pitchFamily="50" charset="-127"/>
                <a:ea typeface="Malgun Gothic" panose="020B0503020000020004" pitchFamily="50" charset="-127"/>
              </a:rPr>
              <a:t>2. </a:t>
            </a:r>
            <a:r>
              <a:rPr lang="ko-KR" altLang="en-US" sz="1200">
                <a:solidFill>
                  <a:srgbClr val="5B6F8C"/>
                </a:solidFill>
                <a:latin typeface="Malgun Gothic" panose="020B0503020000020004" pitchFamily="50" charset="-127"/>
                <a:ea typeface="Malgun Gothic" panose="020B0503020000020004" pitchFamily="50" charset="-127"/>
              </a:rPr>
              <a:t>적용 대상</a:t>
            </a:r>
            <a:r>
              <a:rPr lang="en-US" altLang="ko-KR" sz="1200">
                <a:solidFill>
                  <a:srgbClr val="5B6F8C"/>
                </a:solidFill>
                <a:latin typeface="Malgun Gothic" panose="020B0503020000020004" pitchFamily="50" charset="-127"/>
                <a:ea typeface="Malgun Gothic" panose="020B0503020000020004" pitchFamily="50" charset="-127"/>
              </a:rPr>
              <a:t>·</a:t>
            </a:r>
            <a:r>
              <a:rPr lang="ko-KR" altLang="en-US" sz="1200">
                <a:solidFill>
                  <a:srgbClr val="5B6F8C"/>
                </a:solidFill>
                <a:latin typeface="Malgun Gothic" panose="020B0503020000020004" pitchFamily="50" charset="-127"/>
                <a:ea typeface="Malgun Gothic" panose="020B0503020000020004" pitchFamily="50" charset="-127"/>
              </a:rPr>
              <a:t>책임 범위
</a:t>
            </a:r>
            <a:r>
              <a:rPr lang="en-US" altLang="ko-KR" sz="1200">
                <a:solidFill>
                  <a:srgbClr val="5B6F8C"/>
                </a:solidFill>
                <a:latin typeface="Malgun Gothic" panose="020B0503020000020004" pitchFamily="50" charset="-127"/>
                <a:ea typeface="Malgun Gothic" panose="020B0503020000020004" pitchFamily="50" charset="-127"/>
              </a:rPr>
              <a:t>3. </a:t>
            </a:r>
            <a:r>
              <a:rPr lang="ko-KR" altLang="en-US" sz="1200">
                <a:solidFill>
                  <a:srgbClr val="5B6F8C"/>
                </a:solidFill>
                <a:latin typeface="Malgun Gothic" panose="020B0503020000020004" pitchFamily="50" charset="-127"/>
                <a:ea typeface="Malgun Gothic" panose="020B0503020000020004" pitchFamily="50" charset="-127"/>
              </a:rPr>
              <a:t>약관</a:t>
            </a:r>
            <a:r>
              <a:rPr lang="en-US" altLang="ko-KR" sz="1200">
                <a:solidFill>
                  <a:srgbClr val="5B6F8C"/>
                </a:solidFill>
                <a:latin typeface="Malgun Gothic" panose="020B0503020000020004" pitchFamily="50" charset="-127"/>
                <a:ea typeface="Malgun Gothic" panose="020B0503020000020004" pitchFamily="50" charset="-127"/>
              </a:rPr>
              <a:t>·</a:t>
            </a:r>
            <a:r>
              <a:rPr lang="ko-KR" altLang="en-US" sz="1200">
                <a:solidFill>
                  <a:srgbClr val="5B6F8C"/>
                </a:solidFill>
                <a:latin typeface="Malgun Gothic" panose="020B0503020000020004" pitchFamily="50" charset="-127"/>
                <a:ea typeface="Malgun Gothic" panose="020B0503020000020004" pitchFamily="50" charset="-127"/>
              </a:rPr>
              <a:t>상품 연결</a:t>
            </a:r>
          </a:p>
        </p:txBody>
      </p:sp>
      <p:sp>
        <p:nvSpPr>
          <p:cNvPr id="10" name="사각형: 둥근 모서리 9">
            <a:extLst>
              <a:ext uri="{FF2B5EF4-FFF2-40B4-BE49-F238E27FC236}">
                <a16:creationId xmlns:a16="http://schemas.microsoft.com/office/drawing/2014/main" id="{8A6F9922-8536-39B1-DC82-9919E7F9F846}"/>
              </a:ext>
            </a:extLst>
          </p:cNvPr>
          <p:cNvSpPr/>
          <p:nvPr/>
        </p:nvSpPr>
        <p:spPr>
          <a:xfrm>
            <a:off x="6070600" y="1841500"/>
            <a:ext cx="5588000" cy="3556000"/>
          </a:xfrm>
          <a:prstGeom prst="roundRect">
            <a:avLst/>
          </a:prstGeom>
          <a:solidFill>
            <a:srgbClr val="E9F9F3"/>
          </a:solidFill>
          <a:ln w="12700">
            <a:solidFill>
              <a:srgbClr val="D6E1F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1" name="사각형: 둥근 모서리 10">
            <a:extLst>
              <a:ext uri="{FF2B5EF4-FFF2-40B4-BE49-F238E27FC236}">
                <a16:creationId xmlns:a16="http://schemas.microsoft.com/office/drawing/2014/main" id="{2EDDA8E3-F67C-A8DA-9CBD-7DB2B4741C3E}"/>
              </a:ext>
            </a:extLst>
          </p:cNvPr>
          <p:cNvSpPr/>
          <p:nvPr/>
        </p:nvSpPr>
        <p:spPr>
          <a:xfrm>
            <a:off x="6070600" y="1841500"/>
            <a:ext cx="63500" cy="3556000"/>
          </a:xfrm>
          <a:prstGeom prst="roundRect">
            <a:avLst/>
          </a:prstGeom>
          <a:solidFill>
            <a:srgbClr val="148E68"/>
          </a:solidFill>
          <a:ln w="12700">
            <a:solidFill>
              <a:srgbClr val="148E6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F805A6AD-345D-DD24-2F68-9D45A04041B0}"/>
              </a:ext>
            </a:extLst>
          </p:cNvPr>
          <p:cNvSpPr txBox="1"/>
          <p:nvPr/>
        </p:nvSpPr>
        <p:spPr>
          <a:xfrm>
            <a:off x="6299200" y="2044700"/>
            <a:ext cx="5156200" cy="276999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ko-KR" altLang="en-US" sz="1600" b="1">
                <a:solidFill>
                  <a:srgbClr val="13233D"/>
                </a:solidFill>
                <a:latin typeface="Malgun Gothic" panose="020B0503020000020004" pitchFamily="50" charset="-127"/>
                <a:ea typeface="Malgun Gothic" panose="020B0503020000020004" pitchFamily="50" charset="-127"/>
              </a:rPr>
              <a:t>보험 약관 검토 조항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E7569A93-141B-330C-F4E5-E38DAA4AE5C4}"/>
              </a:ext>
            </a:extLst>
          </p:cNvPr>
          <p:cNvSpPr txBox="1"/>
          <p:nvPr/>
        </p:nvSpPr>
        <p:spPr>
          <a:xfrm>
            <a:off x="6299200" y="2463800"/>
            <a:ext cx="5156200" cy="276999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ko-KR" altLang="en-US" sz="1200">
                <a:solidFill>
                  <a:srgbClr val="5B6F8C"/>
                </a:solidFill>
                <a:latin typeface="Malgun Gothic" panose="020B0503020000020004" pitchFamily="50" charset="-127"/>
                <a:ea typeface="Malgun Gothic" panose="020B0503020000020004" pitchFamily="50" charset="-127"/>
              </a:rPr>
              <a:t>가입 대상</a:t>
            </a:r>
            <a:r>
              <a:rPr lang="en-US" altLang="ko-KR" sz="1200">
                <a:solidFill>
                  <a:srgbClr val="5B6F8C"/>
                </a:solidFill>
                <a:latin typeface="Malgun Gothic" panose="020B0503020000020004" pitchFamily="50" charset="-127"/>
                <a:ea typeface="Malgun Gothic" panose="020B0503020000020004" pitchFamily="50" charset="-127"/>
              </a:rPr>
              <a:t>·</a:t>
            </a:r>
            <a:r>
              <a:rPr lang="ko-KR" altLang="en-US" sz="1200">
                <a:solidFill>
                  <a:srgbClr val="5B6F8C"/>
                </a:solidFill>
                <a:latin typeface="Malgun Gothic" panose="020B0503020000020004" pitchFamily="50" charset="-127"/>
                <a:ea typeface="Malgun Gothic" panose="020B0503020000020004" pitchFamily="50" charset="-127"/>
              </a:rPr>
              <a:t>가입 형태
보상 손해</a:t>
            </a:r>
            <a:r>
              <a:rPr lang="en-US" altLang="ko-KR" sz="1200">
                <a:solidFill>
                  <a:srgbClr val="5B6F8C"/>
                </a:solidFill>
                <a:latin typeface="Malgun Gothic" panose="020B0503020000020004" pitchFamily="50" charset="-127"/>
                <a:ea typeface="Malgun Gothic" panose="020B0503020000020004" pitchFamily="50" charset="-127"/>
              </a:rPr>
              <a:t>·</a:t>
            </a:r>
            <a:r>
              <a:rPr lang="ko-KR" altLang="en-US" sz="1200">
                <a:solidFill>
                  <a:srgbClr val="5B6F8C"/>
                </a:solidFill>
                <a:latin typeface="Malgun Gothic" panose="020B0503020000020004" pitchFamily="50" charset="-127"/>
                <a:ea typeface="Malgun Gothic" panose="020B0503020000020004" pitchFamily="50" charset="-127"/>
              </a:rPr>
              <a:t>사고 정의
한도</a:t>
            </a:r>
            <a:r>
              <a:rPr lang="en-US" altLang="ko-KR" sz="1200">
                <a:solidFill>
                  <a:srgbClr val="5B6F8C"/>
                </a:solidFill>
                <a:latin typeface="Malgun Gothic" panose="020B0503020000020004" pitchFamily="50" charset="-127"/>
                <a:ea typeface="Malgun Gothic" panose="020B0503020000020004" pitchFamily="50" charset="-127"/>
              </a:rPr>
              <a:t>·</a:t>
            </a:r>
            <a:r>
              <a:rPr lang="ko-KR" altLang="en-US" sz="1200">
                <a:solidFill>
                  <a:srgbClr val="5B6F8C"/>
                </a:solidFill>
                <a:latin typeface="Malgun Gothic" panose="020B0503020000020004" pitchFamily="50" charset="-127"/>
                <a:ea typeface="Malgun Gothic" panose="020B0503020000020004" pitchFamily="50" charset="-127"/>
              </a:rPr>
              <a:t>면책</a:t>
            </a:r>
            <a:r>
              <a:rPr lang="en-US" altLang="ko-KR" sz="1200">
                <a:solidFill>
                  <a:srgbClr val="5B6F8C"/>
                </a:solidFill>
                <a:latin typeface="Malgun Gothic" panose="020B0503020000020004" pitchFamily="50" charset="-127"/>
                <a:ea typeface="Malgun Gothic" panose="020B0503020000020004" pitchFamily="50" charset="-127"/>
              </a:rPr>
              <a:t>·</a:t>
            </a:r>
            <a:r>
              <a:rPr lang="ko-KR" altLang="en-US" sz="1200">
                <a:solidFill>
                  <a:srgbClr val="5B6F8C"/>
                </a:solidFill>
                <a:latin typeface="Malgun Gothic" panose="020B0503020000020004" pitchFamily="50" charset="-127"/>
                <a:ea typeface="Malgun Gothic" panose="020B0503020000020004" pitchFamily="50" charset="-127"/>
              </a:rPr>
              <a:t>사고 통지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AE62701E-55D7-EE0D-9EAD-3F5992B6C2A2}"/>
              </a:ext>
            </a:extLst>
          </p:cNvPr>
          <p:cNvSpPr txBox="1"/>
          <p:nvPr/>
        </p:nvSpPr>
        <p:spPr>
          <a:xfrm>
            <a:off x="533400" y="5651500"/>
            <a:ext cx="10795000" cy="276999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ko-KR" altLang="en-US" sz="1300" b="1">
                <a:solidFill>
                  <a:srgbClr val="C4393F"/>
                </a:solidFill>
                <a:latin typeface="Malgun Gothic" panose="020B0503020000020004" pitchFamily="50" charset="-127"/>
                <a:ea typeface="Malgun Gothic" panose="020B0503020000020004" pitchFamily="50" charset="-127"/>
              </a:rPr>
              <a:t>법률이 있다고 곧바로 보험상품이 되는 것은 아닙니다</a:t>
            </a:r>
            <a:r>
              <a:rPr lang="en-US" altLang="ko-KR" sz="1300" b="1">
                <a:solidFill>
                  <a:srgbClr val="C4393F"/>
                </a:solidFill>
                <a:latin typeface="Malgun Gothic" panose="020B0503020000020004" pitchFamily="50" charset="-127"/>
                <a:ea typeface="Malgun Gothic" panose="020B0503020000020004" pitchFamily="50" charset="-127"/>
              </a:rPr>
              <a:t>. </a:t>
            </a:r>
            <a:r>
              <a:rPr lang="ko-KR" altLang="en-US" sz="1300" b="1">
                <a:solidFill>
                  <a:srgbClr val="C4393F"/>
                </a:solidFill>
                <a:latin typeface="Malgun Gothic" panose="020B0503020000020004" pitchFamily="50" charset="-127"/>
                <a:ea typeface="Malgun Gothic" panose="020B0503020000020004" pitchFamily="50" charset="-127"/>
              </a:rPr>
              <a:t>하위 기준과 실제 약관 문장을 확인합니다</a:t>
            </a:r>
            <a:r>
              <a:rPr lang="en-US" altLang="ko-KR" sz="1300" b="1">
                <a:solidFill>
                  <a:srgbClr val="C4393F"/>
                </a:solidFill>
                <a:latin typeface="Malgun Gothic" panose="020B0503020000020004" pitchFamily="50" charset="-127"/>
                <a:ea typeface="Malgun Gothic" panose="020B0503020000020004" pitchFamily="50" charset="-127"/>
              </a:rPr>
              <a:t>.</a:t>
            </a:r>
            <a:endParaRPr lang="ko-KR" altLang="en-US" sz="1300" b="1">
              <a:solidFill>
                <a:srgbClr val="C4393F"/>
              </a:solidFill>
              <a:latin typeface="Malgun Gothic" panose="020B0503020000020004" pitchFamily="50" charset="-127"/>
              <a:ea typeface="Malgun Gothic" panose="020B0503020000020004" pitchFamily="50" charset="-127"/>
            </a:endParaRPr>
          </a:p>
        </p:txBody>
      </p:sp>
      <p:cxnSp>
        <p:nvCxnSpPr>
          <p:cNvPr id="15" name="직선 연결선 14">
            <a:extLst>
              <a:ext uri="{FF2B5EF4-FFF2-40B4-BE49-F238E27FC236}">
                <a16:creationId xmlns:a16="http://schemas.microsoft.com/office/drawing/2014/main" id="{F06A017D-A2A2-CFA8-F58C-8A49E3C450BC}"/>
              </a:ext>
            </a:extLst>
          </p:cNvPr>
          <p:cNvCxnSpPr/>
          <p:nvPr/>
        </p:nvCxnSpPr>
        <p:spPr>
          <a:xfrm>
            <a:off x="533400" y="6438900"/>
            <a:ext cx="11125200" cy="0"/>
          </a:xfrm>
          <a:prstGeom prst="line">
            <a:avLst/>
          </a:prstGeom>
          <a:ln w="12700">
            <a:solidFill>
              <a:srgbClr val="D6E1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" name="TextBox 15">
            <a:extLst>
              <a:ext uri="{FF2B5EF4-FFF2-40B4-BE49-F238E27FC236}">
                <a16:creationId xmlns:a16="http://schemas.microsoft.com/office/drawing/2014/main" id="{A58A4785-533E-7F5C-772D-A1537EAA2A58}"/>
              </a:ext>
            </a:extLst>
          </p:cNvPr>
          <p:cNvSpPr txBox="1"/>
          <p:nvPr/>
        </p:nvSpPr>
        <p:spPr>
          <a:xfrm>
            <a:off x="533400" y="6578600"/>
            <a:ext cx="6350000" cy="276999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en-US" altLang="ko-KR" sz="900">
                <a:solidFill>
                  <a:srgbClr val="5B6F8C"/>
                </a:solidFill>
                <a:latin typeface="Malgun Gothic" panose="020B0503020000020004" pitchFamily="50" charset="-127"/>
                <a:ea typeface="Malgun Gothic" panose="020B0503020000020004" pitchFamily="50" charset="-127"/>
              </a:rPr>
              <a:t>HI RISK STUDIO - RISK EXPLORATION USER GUIDE</a:t>
            </a:r>
            <a:endParaRPr lang="ko-KR" altLang="en-US" sz="900">
              <a:solidFill>
                <a:srgbClr val="5B6F8C"/>
              </a:solidFill>
              <a:latin typeface="Malgun Gothic" panose="020B0503020000020004" pitchFamily="50" charset="-127"/>
              <a:ea typeface="Malgun Gothic" panose="020B0503020000020004" pitchFamily="50" charset="-127"/>
            </a:endParaRP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AFE52DB0-A156-723F-D7E6-A99BF6DBA988}"/>
              </a:ext>
            </a:extLst>
          </p:cNvPr>
          <p:cNvSpPr txBox="1"/>
          <p:nvPr/>
        </p:nvSpPr>
        <p:spPr>
          <a:xfrm>
            <a:off x="10922000" y="6578600"/>
            <a:ext cx="736600" cy="276999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 algn="r"/>
            <a:r>
              <a:rPr lang="en-US" altLang="ko-KR" sz="900">
                <a:solidFill>
                  <a:srgbClr val="5B6F8C"/>
                </a:solidFill>
                <a:latin typeface="Malgun Gothic" panose="020B0503020000020004" pitchFamily="50" charset="-127"/>
                <a:ea typeface="Malgun Gothic" panose="020B0503020000020004" pitchFamily="50" charset="-127"/>
              </a:rPr>
              <a:t>9 / 12</a:t>
            </a:r>
            <a:endParaRPr lang="ko-KR" altLang="en-US" sz="900">
              <a:solidFill>
                <a:srgbClr val="5B6F8C"/>
              </a:solidFill>
              <a:latin typeface="Malgun Gothic" panose="020B0503020000020004" pitchFamily="50" charset="-127"/>
              <a:ea typeface="Malgun Gothic" panose="020B0503020000020004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1237475098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DFFD322A-6F30-365B-B0F6-6718937CD945}"/>
              </a:ext>
            </a:extLst>
          </p:cNvPr>
          <p:cNvSpPr txBox="1"/>
          <p:nvPr/>
        </p:nvSpPr>
        <p:spPr>
          <a:xfrm>
            <a:off x="533400" y="355600"/>
            <a:ext cx="533400" cy="276999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en-US" altLang="ko-KR" sz="1300" b="1">
                <a:solidFill>
                  <a:srgbClr val="2869E6"/>
                </a:solidFill>
                <a:latin typeface="Malgun Gothic" panose="020B0503020000020004" pitchFamily="50" charset="-127"/>
                <a:ea typeface="Malgun Gothic" panose="020B0503020000020004" pitchFamily="50" charset="-127"/>
              </a:rPr>
              <a:t>010</a:t>
            </a:r>
            <a:endParaRPr lang="ko-KR" altLang="en-US" sz="1300" b="1">
              <a:solidFill>
                <a:srgbClr val="2869E6"/>
              </a:solidFill>
              <a:latin typeface="Malgun Gothic" panose="020B0503020000020004" pitchFamily="50" charset="-127"/>
              <a:ea typeface="Malgun Gothic" panose="020B0503020000020004" pitchFamily="50" charset="-127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6AFB3731-8E0E-9C39-E48B-989F6331F5C5}"/>
              </a:ext>
            </a:extLst>
          </p:cNvPr>
          <p:cNvSpPr txBox="1"/>
          <p:nvPr/>
        </p:nvSpPr>
        <p:spPr>
          <a:xfrm>
            <a:off x="1168400" y="393700"/>
            <a:ext cx="3810000" cy="276999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en-US" altLang="ko-KR" sz="900" b="1">
                <a:solidFill>
                  <a:srgbClr val="2869E6"/>
                </a:solidFill>
                <a:latin typeface="Malgun Gothic" panose="020B0503020000020004" pitchFamily="50" charset="-127"/>
                <a:ea typeface="Malgun Gothic" panose="020B0503020000020004" pitchFamily="50" charset="-127"/>
              </a:rPr>
              <a:t>RISK EXPLORATION</a:t>
            </a:r>
            <a:endParaRPr lang="ko-KR" altLang="en-US" sz="900" b="1">
              <a:solidFill>
                <a:srgbClr val="2869E6"/>
              </a:solidFill>
              <a:latin typeface="Malgun Gothic" panose="020B0503020000020004" pitchFamily="50" charset="-127"/>
              <a:ea typeface="Malgun Gothic" panose="020B0503020000020004" pitchFamily="50" charset="-127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4768B8AE-40EC-16D7-34C9-09B41C15587F}"/>
              </a:ext>
            </a:extLst>
          </p:cNvPr>
          <p:cNvSpPr txBox="1"/>
          <p:nvPr/>
        </p:nvSpPr>
        <p:spPr>
          <a:xfrm>
            <a:off x="533400" y="800100"/>
            <a:ext cx="10668000" cy="276999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ko-KR" altLang="en-US" sz="2600" b="1">
                <a:solidFill>
                  <a:srgbClr val="13233D"/>
                </a:solidFill>
                <a:latin typeface="Malgun Gothic" panose="020B0503020000020004" pitchFamily="50" charset="-127"/>
                <a:ea typeface="Malgun Gothic" panose="020B0503020000020004" pitchFamily="50" charset="-127"/>
              </a:rPr>
              <a:t>예시</a:t>
            </a:r>
            <a:r>
              <a:rPr lang="en-US" altLang="ko-KR" sz="2600" b="1">
                <a:solidFill>
                  <a:srgbClr val="13233D"/>
                </a:solidFill>
                <a:latin typeface="Malgun Gothic" panose="020B0503020000020004" pitchFamily="50" charset="-127"/>
                <a:ea typeface="Malgun Gothic" panose="020B0503020000020004" pitchFamily="50" charset="-127"/>
              </a:rPr>
              <a:t>: </a:t>
            </a:r>
            <a:r>
              <a:rPr lang="ko-KR" altLang="en-US" sz="2600" b="1">
                <a:solidFill>
                  <a:srgbClr val="13233D"/>
                </a:solidFill>
                <a:latin typeface="Malgun Gothic" panose="020B0503020000020004" pitchFamily="50" charset="-127"/>
                <a:ea typeface="Malgun Gothic" panose="020B0503020000020004" pitchFamily="50" charset="-127"/>
              </a:rPr>
              <a:t>리튬이온 배터리 위험을 따라가기</a:t>
            </a:r>
          </a:p>
        </p:txBody>
      </p:sp>
      <p:cxnSp>
        <p:nvCxnSpPr>
          <p:cNvPr id="5" name="직선 연결선 4">
            <a:extLst>
              <a:ext uri="{FF2B5EF4-FFF2-40B4-BE49-F238E27FC236}">
                <a16:creationId xmlns:a16="http://schemas.microsoft.com/office/drawing/2014/main" id="{97F30B90-6F58-4358-D83D-2F7CCFD1029D}"/>
              </a:ext>
            </a:extLst>
          </p:cNvPr>
          <p:cNvCxnSpPr/>
          <p:nvPr/>
        </p:nvCxnSpPr>
        <p:spPr>
          <a:xfrm>
            <a:off x="533400" y="1422400"/>
            <a:ext cx="11125200" cy="0"/>
          </a:xfrm>
          <a:prstGeom prst="line">
            <a:avLst/>
          </a:prstGeom>
          <a:ln w="12700">
            <a:solidFill>
              <a:srgbClr val="D6E1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사각형: 둥근 모서리 5">
            <a:extLst>
              <a:ext uri="{FF2B5EF4-FFF2-40B4-BE49-F238E27FC236}">
                <a16:creationId xmlns:a16="http://schemas.microsoft.com/office/drawing/2014/main" id="{E1B72FD6-121C-4624-045C-1AE803F41C19}"/>
              </a:ext>
            </a:extLst>
          </p:cNvPr>
          <p:cNvSpPr/>
          <p:nvPr/>
        </p:nvSpPr>
        <p:spPr>
          <a:xfrm>
            <a:off x="533400" y="2222500"/>
            <a:ext cx="2032000" cy="24384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6E1F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7" name="사각형: 둥근 모서리 6">
            <a:extLst>
              <a:ext uri="{FF2B5EF4-FFF2-40B4-BE49-F238E27FC236}">
                <a16:creationId xmlns:a16="http://schemas.microsoft.com/office/drawing/2014/main" id="{6C8ED432-6FC5-95EE-96E1-0D795E56669D}"/>
              </a:ext>
            </a:extLst>
          </p:cNvPr>
          <p:cNvSpPr/>
          <p:nvPr/>
        </p:nvSpPr>
        <p:spPr>
          <a:xfrm>
            <a:off x="762000" y="2463800"/>
            <a:ext cx="533400" cy="304800"/>
          </a:xfrm>
          <a:prstGeom prst="roundRect">
            <a:avLst/>
          </a:prstGeom>
          <a:solidFill>
            <a:srgbClr val="EDF5FF"/>
          </a:solidFill>
          <a:ln w="12700">
            <a:solidFill>
              <a:srgbClr val="EDF5FF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355F30C4-BA6C-137C-2D70-F3C79D4C9ACA}"/>
              </a:ext>
            </a:extLst>
          </p:cNvPr>
          <p:cNvSpPr txBox="1"/>
          <p:nvPr/>
        </p:nvSpPr>
        <p:spPr>
          <a:xfrm>
            <a:off x="863600" y="2527300"/>
            <a:ext cx="330200" cy="276999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en-US" altLang="ko-KR" sz="1000" b="1">
                <a:solidFill>
                  <a:srgbClr val="2869E6"/>
                </a:solidFill>
                <a:latin typeface="Malgun Gothic" panose="020B0503020000020004" pitchFamily="50" charset="-127"/>
                <a:ea typeface="Malgun Gothic" panose="020B0503020000020004" pitchFamily="50" charset="-127"/>
              </a:rPr>
              <a:t>01</a:t>
            </a:r>
            <a:endParaRPr lang="ko-KR" altLang="en-US" sz="1000" b="1">
              <a:solidFill>
                <a:srgbClr val="2869E6"/>
              </a:solidFill>
              <a:latin typeface="Malgun Gothic" panose="020B0503020000020004" pitchFamily="50" charset="-127"/>
              <a:ea typeface="Malgun Gothic" panose="020B0503020000020004" pitchFamily="50" charset="-127"/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136A6336-E56D-3F3D-9C1B-92CBAD6B1B0A}"/>
              </a:ext>
            </a:extLst>
          </p:cNvPr>
          <p:cNvSpPr txBox="1"/>
          <p:nvPr/>
        </p:nvSpPr>
        <p:spPr>
          <a:xfrm>
            <a:off x="762000" y="3111500"/>
            <a:ext cx="1574800" cy="276999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en-US" altLang="ko-KR" sz="1500" b="1">
                <a:solidFill>
                  <a:srgbClr val="13233D"/>
                </a:solidFill>
                <a:latin typeface="Malgun Gothic" panose="020B0503020000020004" pitchFamily="50" charset="-127"/>
                <a:ea typeface="Malgun Gothic" panose="020B0503020000020004" pitchFamily="50" charset="-127"/>
              </a:rPr>
              <a:t>1. </a:t>
            </a:r>
            <a:r>
              <a:rPr lang="ko-KR" altLang="en-US" sz="1500" b="1">
                <a:solidFill>
                  <a:srgbClr val="13233D"/>
                </a:solidFill>
                <a:latin typeface="Malgun Gothic" panose="020B0503020000020004" pitchFamily="50" charset="-127"/>
                <a:ea typeface="Malgun Gothic" panose="020B0503020000020004" pitchFamily="50" charset="-127"/>
              </a:rPr>
              <a:t>검색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FD2AA868-C50D-EA30-FCD0-310AF855B9FA}"/>
              </a:ext>
            </a:extLst>
          </p:cNvPr>
          <p:cNvSpPr txBox="1"/>
          <p:nvPr/>
        </p:nvSpPr>
        <p:spPr>
          <a:xfrm>
            <a:off x="762000" y="3581400"/>
            <a:ext cx="1574800" cy="276999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ko-KR" altLang="en-US" sz="1100">
                <a:solidFill>
                  <a:srgbClr val="5B6F8C"/>
                </a:solidFill>
                <a:latin typeface="Malgun Gothic" panose="020B0503020000020004" pitchFamily="50" charset="-127"/>
                <a:ea typeface="Malgun Gothic" panose="020B0503020000020004" pitchFamily="50" charset="-127"/>
              </a:rPr>
              <a:t>“배터리” 입력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0EA06618-D01E-3028-137C-650D49DF95EB}"/>
              </a:ext>
            </a:extLst>
          </p:cNvPr>
          <p:cNvSpPr txBox="1"/>
          <p:nvPr/>
        </p:nvSpPr>
        <p:spPr>
          <a:xfrm>
            <a:off x="2616200" y="3175000"/>
            <a:ext cx="254000" cy="276999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 algn="ctr"/>
            <a:r>
              <a:rPr lang="ko-KR" altLang="en-US" b="1">
                <a:solidFill>
                  <a:srgbClr val="FF9E1B"/>
                </a:solidFill>
                <a:latin typeface="Malgun Gothic" panose="020B0503020000020004" pitchFamily="50" charset="-127"/>
                <a:ea typeface="Malgun Gothic" panose="020B0503020000020004" pitchFamily="50" charset="-127"/>
              </a:rPr>
              <a:t>→</a:t>
            </a:r>
          </a:p>
        </p:txBody>
      </p:sp>
      <p:sp>
        <p:nvSpPr>
          <p:cNvPr id="12" name="사각형: 둥근 모서리 11">
            <a:extLst>
              <a:ext uri="{FF2B5EF4-FFF2-40B4-BE49-F238E27FC236}">
                <a16:creationId xmlns:a16="http://schemas.microsoft.com/office/drawing/2014/main" id="{B218B180-2D2C-52BE-8E7B-A8C6FB27B23D}"/>
              </a:ext>
            </a:extLst>
          </p:cNvPr>
          <p:cNvSpPr/>
          <p:nvPr/>
        </p:nvSpPr>
        <p:spPr>
          <a:xfrm>
            <a:off x="2819400" y="2222500"/>
            <a:ext cx="2032000" cy="24384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6E1F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3" name="사각형: 둥근 모서리 12">
            <a:extLst>
              <a:ext uri="{FF2B5EF4-FFF2-40B4-BE49-F238E27FC236}">
                <a16:creationId xmlns:a16="http://schemas.microsoft.com/office/drawing/2014/main" id="{50C0C080-7682-9F48-D141-F4B159227BB4}"/>
              </a:ext>
            </a:extLst>
          </p:cNvPr>
          <p:cNvSpPr/>
          <p:nvPr/>
        </p:nvSpPr>
        <p:spPr>
          <a:xfrm>
            <a:off x="3048000" y="2463800"/>
            <a:ext cx="533400" cy="304800"/>
          </a:xfrm>
          <a:prstGeom prst="roundRect">
            <a:avLst/>
          </a:prstGeom>
          <a:solidFill>
            <a:srgbClr val="EDF5FF"/>
          </a:solidFill>
          <a:ln w="12700">
            <a:solidFill>
              <a:srgbClr val="EDF5FF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7491BF83-C819-CFA8-6197-B7D76439667B}"/>
              </a:ext>
            </a:extLst>
          </p:cNvPr>
          <p:cNvSpPr txBox="1"/>
          <p:nvPr/>
        </p:nvSpPr>
        <p:spPr>
          <a:xfrm>
            <a:off x="3149600" y="2527300"/>
            <a:ext cx="330200" cy="276999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en-US" altLang="ko-KR" sz="1000" b="1">
                <a:solidFill>
                  <a:srgbClr val="2869E6"/>
                </a:solidFill>
                <a:latin typeface="Malgun Gothic" panose="020B0503020000020004" pitchFamily="50" charset="-127"/>
                <a:ea typeface="Malgun Gothic" panose="020B0503020000020004" pitchFamily="50" charset="-127"/>
              </a:rPr>
              <a:t>02</a:t>
            </a:r>
            <a:endParaRPr lang="ko-KR" altLang="en-US" sz="1000" b="1">
              <a:solidFill>
                <a:srgbClr val="2869E6"/>
              </a:solidFill>
              <a:latin typeface="Malgun Gothic" panose="020B0503020000020004" pitchFamily="50" charset="-127"/>
              <a:ea typeface="Malgun Gothic" panose="020B0503020000020004" pitchFamily="50" charset="-127"/>
            </a:endParaRP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8362B92D-130A-ED51-E198-1D70F46D7EC7}"/>
              </a:ext>
            </a:extLst>
          </p:cNvPr>
          <p:cNvSpPr txBox="1"/>
          <p:nvPr/>
        </p:nvSpPr>
        <p:spPr>
          <a:xfrm>
            <a:off x="3048000" y="3111500"/>
            <a:ext cx="1574800" cy="276999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en-US" altLang="ko-KR" sz="1500" b="1">
                <a:solidFill>
                  <a:srgbClr val="13233D"/>
                </a:solidFill>
                <a:latin typeface="Malgun Gothic" panose="020B0503020000020004" pitchFamily="50" charset="-127"/>
                <a:ea typeface="Malgun Gothic" panose="020B0503020000020004" pitchFamily="50" charset="-127"/>
              </a:rPr>
              <a:t>2. </a:t>
            </a:r>
            <a:r>
              <a:rPr lang="ko-KR" altLang="en-US" sz="1500" b="1">
                <a:solidFill>
                  <a:srgbClr val="13233D"/>
                </a:solidFill>
                <a:latin typeface="Malgun Gothic" panose="020B0503020000020004" pitchFamily="50" charset="-127"/>
                <a:ea typeface="Malgun Gothic" panose="020B0503020000020004" pitchFamily="50" charset="-127"/>
              </a:rPr>
              <a:t>후보 선택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C648EDAF-15F7-1F0B-9330-04114B98DEB3}"/>
              </a:ext>
            </a:extLst>
          </p:cNvPr>
          <p:cNvSpPr txBox="1"/>
          <p:nvPr/>
        </p:nvSpPr>
        <p:spPr>
          <a:xfrm>
            <a:off x="3048000" y="3581400"/>
            <a:ext cx="1574800" cy="276999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ko-KR" altLang="en-US" sz="1100">
                <a:solidFill>
                  <a:srgbClr val="5B6F8C"/>
                </a:solidFill>
                <a:latin typeface="Malgun Gothic" panose="020B0503020000020004" pitchFamily="50" charset="-127"/>
                <a:ea typeface="Malgun Gothic" panose="020B0503020000020004" pitchFamily="50" charset="-127"/>
              </a:rPr>
              <a:t>화재</a:t>
            </a:r>
            <a:r>
              <a:rPr lang="en-US" altLang="ko-KR" sz="1100">
                <a:solidFill>
                  <a:srgbClr val="5B6F8C"/>
                </a:solidFill>
                <a:latin typeface="Malgun Gothic" panose="020B0503020000020004" pitchFamily="50" charset="-127"/>
                <a:ea typeface="Malgun Gothic" panose="020B0503020000020004" pitchFamily="50" charset="-127"/>
              </a:rPr>
              <a:t>·</a:t>
            </a:r>
            <a:r>
              <a:rPr lang="ko-KR" altLang="en-US" sz="1100">
                <a:solidFill>
                  <a:srgbClr val="5B6F8C"/>
                </a:solidFill>
                <a:latin typeface="Malgun Gothic" panose="020B0503020000020004" pitchFamily="50" charset="-127"/>
                <a:ea typeface="Malgun Gothic" panose="020B0503020000020004" pitchFamily="50" charset="-127"/>
              </a:rPr>
              <a:t>열폭주 후보 확인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AA03BC06-215F-78AA-4C33-2CEA1B497F73}"/>
              </a:ext>
            </a:extLst>
          </p:cNvPr>
          <p:cNvSpPr txBox="1"/>
          <p:nvPr/>
        </p:nvSpPr>
        <p:spPr>
          <a:xfrm>
            <a:off x="4902200" y="3175000"/>
            <a:ext cx="254000" cy="276999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 algn="ctr"/>
            <a:r>
              <a:rPr lang="ko-KR" altLang="en-US" b="1">
                <a:solidFill>
                  <a:srgbClr val="FF9E1B"/>
                </a:solidFill>
                <a:latin typeface="Malgun Gothic" panose="020B0503020000020004" pitchFamily="50" charset="-127"/>
                <a:ea typeface="Malgun Gothic" panose="020B0503020000020004" pitchFamily="50" charset="-127"/>
              </a:rPr>
              <a:t>→</a:t>
            </a:r>
          </a:p>
        </p:txBody>
      </p:sp>
      <p:sp>
        <p:nvSpPr>
          <p:cNvPr id="18" name="사각형: 둥근 모서리 17">
            <a:extLst>
              <a:ext uri="{FF2B5EF4-FFF2-40B4-BE49-F238E27FC236}">
                <a16:creationId xmlns:a16="http://schemas.microsoft.com/office/drawing/2014/main" id="{45954DED-7A5E-D941-36EA-C3A48B5D3DE5}"/>
              </a:ext>
            </a:extLst>
          </p:cNvPr>
          <p:cNvSpPr/>
          <p:nvPr/>
        </p:nvSpPr>
        <p:spPr>
          <a:xfrm>
            <a:off x="5105400" y="2222500"/>
            <a:ext cx="2032000" cy="24384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6E1F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9" name="사각형: 둥근 모서리 18">
            <a:extLst>
              <a:ext uri="{FF2B5EF4-FFF2-40B4-BE49-F238E27FC236}">
                <a16:creationId xmlns:a16="http://schemas.microsoft.com/office/drawing/2014/main" id="{94AFA185-C425-CD55-B41A-5C7F505CFB10}"/>
              </a:ext>
            </a:extLst>
          </p:cNvPr>
          <p:cNvSpPr/>
          <p:nvPr/>
        </p:nvSpPr>
        <p:spPr>
          <a:xfrm>
            <a:off x="5334000" y="2463800"/>
            <a:ext cx="533400" cy="304800"/>
          </a:xfrm>
          <a:prstGeom prst="roundRect">
            <a:avLst/>
          </a:prstGeom>
          <a:solidFill>
            <a:srgbClr val="EDF5FF"/>
          </a:solidFill>
          <a:ln w="12700">
            <a:solidFill>
              <a:srgbClr val="EDF5FF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F0777FB6-4B67-C614-6C00-6CD024E780DE}"/>
              </a:ext>
            </a:extLst>
          </p:cNvPr>
          <p:cNvSpPr txBox="1"/>
          <p:nvPr/>
        </p:nvSpPr>
        <p:spPr>
          <a:xfrm>
            <a:off x="5435600" y="2527300"/>
            <a:ext cx="330200" cy="276999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en-US" altLang="ko-KR" sz="1000" b="1">
                <a:solidFill>
                  <a:srgbClr val="2869E6"/>
                </a:solidFill>
                <a:latin typeface="Malgun Gothic" panose="020B0503020000020004" pitchFamily="50" charset="-127"/>
                <a:ea typeface="Malgun Gothic" panose="020B0503020000020004" pitchFamily="50" charset="-127"/>
              </a:rPr>
              <a:t>03</a:t>
            </a:r>
            <a:endParaRPr lang="ko-KR" altLang="en-US" sz="1000" b="1">
              <a:solidFill>
                <a:srgbClr val="2869E6"/>
              </a:solidFill>
              <a:latin typeface="Malgun Gothic" panose="020B0503020000020004" pitchFamily="50" charset="-127"/>
              <a:ea typeface="Malgun Gothic" panose="020B0503020000020004" pitchFamily="50" charset="-127"/>
            </a:endParaRP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39B24A1B-3C52-8BE4-AD34-2245613475E5}"/>
              </a:ext>
            </a:extLst>
          </p:cNvPr>
          <p:cNvSpPr txBox="1"/>
          <p:nvPr/>
        </p:nvSpPr>
        <p:spPr>
          <a:xfrm>
            <a:off x="5334000" y="3111500"/>
            <a:ext cx="1574800" cy="276999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en-US" altLang="ko-KR" sz="1500" b="1">
                <a:solidFill>
                  <a:srgbClr val="13233D"/>
                </a:solidFill>
                <a:latin typeface="Malgun Gothic" panose="020B0503020000020004" pitchFamily="50" charset="-127"/>
                <a:ea typeface="Malgun Gothic" panose="020B0503020000020004" pitchFamily="50" charset="-127"/>
              </a:rPr>
              <a:t>3. </a:t>
            </a:r>
            <a:r>
              <a:rPr lang="ko-KR" altLang="en-US" sz="1500" b="1">
                <a:solidFill>
                  <a:srgbClr val="13233D"/>
                </a:solidFill>
                <a:latin typeface="Malgun Gothic" panose="020B0503020000020004" pitchFamily="50" charset="-127"/>
                <a:ea typeface="Malgun Gothic" panose="020B0503020000020004" pitchFamily="50" charset="-127"/>
              </a:rPr>
              <a:t>손해 읽기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1490E333-F90E-53B5-AC59-046ED907195F}"/>
              </a:ext>
            </a:extLst>
          </p:cNvPr>
          <p:cNvSpPr txBox="1"/>
          <p:nvPr/>
        </p:nvSpPr>
        <p:spPr>
          <a:xfrm>
            <a:off x="5334000" y="3581400"/>
            <a:ext cx="1574800" cy="276999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ko-KR" altLang="en-US" sz="1100">
                <a:solidFill>
                  <a:srgbClr val="5B6F8C"/>
                </a:solidFill>
                <a:latin typeface="Malgun Gothic" panose="020B0503020000020004" pitchFamily="50" charset="-127"/>
                <a:ea typeface="Malgun Gothic" panose="020B0503020000020004" pitchFamily="50" charset="-127"/>
              </a:rPr>
              <a:t>시설</a:t>
            </a:r>
            <a:r>
              <a:rPr lang="en-US" altLang="ko-KR" sz="1100">
                <a:solidFill>
                  <a:srgbClr val="5B6F8C"/>
                </a:solidFill>
                <a:latin typeface="Malgun Gothic" panose="020B0503020000020004" pitchFamily="50" charset="-127"/>
                <a:ea typeface="Malgun Gothic" panose="020B0503020000020004" pitchFamily="50" charset="-127"/>
              </a:rPr>
              <a:t>·</a:t>
            </a:r>
            <a:r>
              <a:rPr lang="ko-KR" altLang="en-US" sz="1100">
                <a:solidFill>
                  <a:srgbClr val="5B6F8C"/>
                </a:solidFill>
                <a:latin typeface="Malgun Gothic" panose="020B0503020000020004" pitchFamily="50" charset="-127"/>
                <a:ea typeface="Malgun Gothic" panose="020B0503020000020004" pitchFamily="50" charset="-127"/>
              </a:rPr>
              <a:t>재고</a:t>
            </a:r>
            <a:r>
              <a:rPr lang="en-US" altLang="ko-KR" sz="1100">
                <a:solidFill>
                  <a:srgbClr val="5B6F8C"/>
                </a:solidFill>
                <a:latin typeface="Malgun Gothic" panose="020B0503020000020004" pitchFamily="50" charset="-127"/>
                <a:ea typeface="Malgun Gothic" panose="020B0503020000020004" pitchFamily="50" charset="-127"/>
              </a:rPr>
              <a:t>·</a:t>
            </a:r>
            <a:r>
              <a:rPr lang="ko-KR" altLang="en-US" sz="1100">
                <a:solidFill>
                  <a:srgbClr val="5B6F8C"/>
                </a:solidFill>
                <a:latin typeface="Malgun Gothic" panose="020B0503020000020004" pitchFamily="50" charset="-127"/>
                <a:ea typeface="Malgun Gothic" panose="020B0503020000020004" pitchFamily="50" charset="-127"/>
              </a:rPr>
              <a:t>운영중단</a:t>
            </a: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6D535FBB-C2EA-2E01-BD2D-E1C14972C29A}"/>
              </a:ext>
            </a:extLst>
          </p:cNvPr>
          <p:cNvSpPr txBox="1"/>
          <p:nvPr/>
        </p:nvSpPr>
        <p:spPr>
          <a:xfrm>
            <a:off x="7188200" y="3175000"/>
            <a:ext cx="254000" cy="276999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 algn="ctr"/>
            <a:r>
              <a:rPr lang="ko-KR" altLang="en-US" b="1">
                <a:solidFill>
                  <a:srgbClr val="FF9E1B"/>
                </a:solidFill>
                <a:latin typeface="Malgun Gothic" panose="020B0503020000020004" pitchFamily="50" charset="-127"/>
                <a:ea typeface="Malgun Gothic" panose="020B0503020000020004" pitchFamily="50" charset="-127"/>
              </a:rPr>
              <a:t>→</a:t>
            </a:r>
          </a:p>
        </p:txBody>
      </p:sp>
      <p:sp>
        <p:nvSpPr>
          <p:cNvPr id="24" name="사각형: 둥근 모서리 23">
            <a:extLst>
              <a:ext uri="{FF2B5EF4-FFF2-40B4-BE49-F238E27FC236}">
                <a16:creationId xmlns:a16="http://schemas.microsoft.com/office/drawing/2014/main" id="{E3F2EA78-1190-9E40-C7C7-2E5A2F66D9B7}"/>
              </a:ext>
            </a:extLst>
          </p:cNvPr>
          <p:cNvSpPr/>
          <p:nvPr/>
        </p:nvSpPr>
        <p:spPr>
          <a:xfrm>
            <a:off x="7391400" y="2222500"/>
            <a:ext cx="2032000" cy="24384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6E1F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5" name="사각형: 둥근 모서리 24">
            <a:extLst>
              <a:ext uri="{FF2B5EF4-FFF2-40B4-BE49-F238E27FC236}">
                <a16:creationId xmlns:a16="http://schemas.microsoft.com/office/drawing/2014/main" id="{566FE077-FC34-6290-A3E9-C0378DF2517A}"/>
              </a:ext>
            </a:extLst>
          </p:cNvPr>
          <p:cNvSpPr/>
          <p:nvPr/>
        </p:nvSpPr>
        <p:spPr>
          <a:xfrm>
            <a:off x="7620000" y="2463800"/>
            <a:ext cx="533400" cy="304800"/>
          </a:xfrm>
          <a:prstGeom prst="roundRect">
            <a:avLst/>
          </a:prstGeom>
          <a:solidFill>
            <a:srgbClr val="EDF5FF"/>
          </a:solidFill>
          <a:ln w="12700">
            <a:solidFill>
              <a:srgbClr val="EDF5FF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265FCD69-75E7-03C7-8678-4EA5C2037791}"/>
              </a:ext>
            </a:extLst>
          </p:cNvPr>
          <p:cNvSpPr txBox="1"/>
          <p:nvPr/>
        </p:nvSpPr>
        <p:spPr>
          <a:xfrm>
            <a:off x="7721600" y="2527300"/>
            <a:ext cx="330200" cy="276999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en-US" altLang="ko-KR" sz="1000" b="1">
                <a:solidFill>
                  <a:srgbClr val="2869E6"/>
                </a:solidFill>
                <a:latin typeface="Malgun Gothic" panose="020B0503020000020004" pitchFamily="50" charset="-127"/>
                <a:ea typeface="Malgun Gothic" panose="020B0503020000020004" pitchFamily="50" charset="-127"/>
              </a:rPr>
              <a:t>04</a:t>
            </a:r>
            <a:endParaRPr lang="ko-KR" altLang="en-US" sz="1000" b="1">
              <a:solidFill>
                <a:srgbClr val="2869E6"/>
              </a:solidFill>
              <a:latin typeface="Malgun Gothic" panose="020B0503020000020004" pitchFamily="50" charset="-127"/>
              <a:ea typeface="Malgun Gothic" panose="020B0503020000020004" pitchFamily="50" charset="-127"/>
            </a:endParaRP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F2C4F51D-5467-65AF-BC46-5E306F743DF0}"/>
              </a:ext>
            </a:extLst>
          </p:cNvPr>
          <p:cNvSpPr txBox="1"/>
          <p:nvPr/>
        </p:nvSpPr>
        <p:spPr>
          <a:xfrm>
            <a:off x="7620000" y="3111500"/>
            <a:ext cx="1574800" cy="276999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en-US" altLang="ko-KR" sz="1500" b="1">
                <a:solidFill>
                  <a:srgbClr val="13233D"/>
                </a:solidFill>
                <a:latin typeface="Malgun Gothic" panose="020B0503020000020004" pitchFamily="50" charset="-127"/>
                <a:ea typeface="Malgun Gothic" panose="020B0503020000020004" pitchFamily="50" charset="-127"/>
              </a:rPr>
              <a:t>4. </a:t>
            </a:r>
            <a:r>
              <a:rPr lang="ko-KR" altLang="en-US" sz="1500" b="1">
                <a:solidFill>
                  <a:srgbClr val="13233D"/>
                </a:solidFill>
                <a:latin typeface="Malgun Gothic" panose="020B0503020000020004" pitchFamily="50" charset="-127"/>
                <a:ea typeface="Malgun Gothic" panose="020B0503020000020004" pitchFamily="50" charset="-127"/>
              </a:rPr>
              <a:t>수치 보기</a:t>
            </a: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80891B2D-0305-AE66-2073-BCBD9A4A2FE3}"/>
              </a:ext>
            </a:extLst>
          </p:cNvPr>
          <p:cNvSpPr txBox="1"/>
          <p:nvPr/>
        </p:nvSpPr>
        <p:spPr>
          <a:xfrm>
            <a:off x="7620000" y="3581400"/>
            <a:ext cx="1574800" cy="276999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ko-KR" altLang="en-US" sz="1100">
                <a:solidFill>
                  <a:srgbClr val="5B6F8C"/>
                </a:solidFill>
                <a:latin typeface="Malgun Gothic" panose="020B0503020000020004" pitchFamily="50" charset="-127"/>
                <a:ea typeface="Malgun Gothic" panose="020B0503020000020004" pitchFamily="50" charset="-127"/>
              </a:rPr>
              <a:t>시장성</a:t>
            </a:r>
            <a:r>
              <a:rPr lang="en-US" altLang="ko-KR" sz="1100">
                <a:solidFill>
                  <a:srgbClr val="5B6F8C"/>
                </a:solidFill>
                <a:latin typeface="Malgun Gothic" panose="020B0503020000020004" pitchFamily="50" charset="-127"/>
                <a:ea typeface="Malgun Gothic" panose="020B0503020000020004" pitchFamily="50" charset="-127"/>
              </a:rPr>
              <a:t>·PML·</a:t>
            </a:r>
            <a:r>
              <a:rPr lang="ko-KR" altLang="en-US" sz="1100">
                <a:solidFill>
                  <a:srgbClr val="5B6F8C"/>
                </a:solidFill>
                <a:latin typeface="Malgun Gothic" panose="020B0503020000020004" pitchFamily="50" charset="-127"/>
                <a:ea typeface="Malgun Gothic" panose="020B0503020000020004" pitchFamily="50" charset="-127"/>
              </a:rPr>
              <a:t>점수 비교</a:t>
            </a: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E4B1BA20-7965-78A2-568C-3C4DDBAA602D}"/>
              </a:ext>
            </a:extLst>
          </p:cNvPr>
          <p:cNvSpPr txBox="1"/>
          <p:nvPr/>
        </p:nvSpPr>
        <p:spPr>
          <a:xfrm>
            <a:off x="9474200" y="3175000"/>
            <a:ext cx="254000" cy="276999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 algn="ctr"/>
            <a:r>
              <a:rPr lang="ko-KR" altLang="en-US" b="1">
                <a:solidFill>
                  <a:srgbClr val="FF9E1B"/>
                </a:solidFill>
                <a:latin typeface="Malgun Gothic" panose="020B0503020000020004" pitchFamily="50" charset="-127"/>
                <a:ea typeface="Malgun Gothic" panose="020B0503020000020004" pitchFamily="50" charset="-127"/>
              </a:rPr>
              <a:t>→</a:t>
            </a:r>
          </a:p>
        </p:txBody>
      </p:sp>
      <p:sp>
        <p:nvSpPr>
          <p:cNvPr id="30" name="사각형: 둥근 모서리 29">
            <a:extLst>
              <a:ext uri="{FF2B5EF4-FFF2-40B4-BE49-F238E27FC236}">
                <a16:creationId xmlns:a16="http://schemas.microsoft.com/office/drawing/2014/main" id="{3197ED2C-908A-6913-A057-98416BD6EAD4}"/>
              </a:ext>
            </a:extLst>
          </p:cNvPr>
          <p:cNvSpPr/>
          <p:nvPr/>
        </p:nvSpPr>
        <p:spPr>
          <a:xfrm>
            <a:off x="9677400" y="2222500"/>
            <a:ext cx="2032000" cy="24384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6E1F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31" name="사각형: 둥근 모서리 30">
            <a:extLst>
              <a:ext uri="{FF2B5EF4-FFF2-40B4-BE49-F238E27FC236}">
                <a16:creationId xmlns:a16="http://schemas.microsoft.com/office/drawing/2014/main" id="{5B2E70FB-E897-E636-F431-F8D57A37285F}"/>
              </a:ext>
            </a:extLst>
          </p:cNvPr>
          <p:cNvSpPr/>
          <p:nvPr/>
        </p:nvSpPr>
        <p:spPr>
          <a:xfrm>
            <a:off x="9906000" y="2463800"/>
            <a:ext cx="533400" cy="304800"/>
          </a:xfrm>
          <a:prstGeom prst="roundRect">
            <a:avLst/>
          </a:prstGeom>
          <a:solidFill>
            <a:srgbClr val="EDF5FF"/>
          </a:solidFill>
          <a:ln w="12700">
            <a:solidFill>
              <a:srgbClr val="EDF5FF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37EBC20A-948C-9C35-BA04-33336385E7E8}"/>
              </a:ext>
            </a:extLst>
          </p:cNvPr>
          <p:cNvSpPr txBox="1"/>
          <p:nvPr/>
        </p:nvSpPr>
        <p:spPr>
          <a:xfrm>
            <a:off x="10007600" y="2527300"/>
            <a:ext cx="330200" cy="276999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en-US" altLang="ko-KR" sz="1000" b="1">
                <a:solidFill>
                  <a:srgbClr val="2869E6"/>
                </a:solidFill>
                <a:latin typeface="Malgun Gothic" panose="020B0503020000020004" pitchFamily="50" charset="-127"/>
                <a:ea typeface="Malgun Gothic" panose="020B0503020000020004" pitchFamily="50" charset="-127"/>
              </a:rPr>
              <a:t>05</a:t>
            </a:r>
            <a:endParaRPr lang="ko-KR" altLang="en-US" sz="1000" b="1">
              <a:solidFill>
                <a:srgbClr val="2869E6"/>
              </a:solidFill>
              <a:latin typeface="Malgun Gothic" panose="020B0503020000020004" pitchFamily="50" charset="-127"/>
              <a:ea typeface="Malgun Gothic" panose="020B0503020000020004" pitchFamily="50" charset="-127"/>
            </a:endParaRPr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30073B65-7F01-394B-2D78-E453E9E00936}"/>
              </a:ext>
            </a:extLst>
          </p:cNvPr>
          <p:cNvSpPr txBox="1"/>
          <p:nvPr/>
        </p:nvSpPr>
        <p:spPr>
          <a:xfrm>
            <a:off x="9906000" y="3111500"/>
            <a:ext cx="1574800" cy="276999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en-US" altLang="ko-KR" sz="1500" b="1">
                <a:solidFill>
                  <a:srgbClr val="13233D"/>
                </a:solidFill>
                <a:latin typeface="Malgun Gothic" panose="020B0503020000020004" pitchFamily="50" charset="-127"/>
                <a:ea typeface="Malgun Gothic" panose="020B0503020000020004" pitchFamily="50" charset="-127"/>
              </a:rPr>
              <a:t>5. </a:t>
            </a:r>
            <a:r>
              <a:rPr lang="ko-KR" altLang="en-US" sz="1500" b="1">
                <a:solidFill>
                  <a:srgbClr val="13233D"/>
                </a:solidFill>
                <a:latin typeface="Malgun Gothic" panose="020B0503020000020004" pitchFamily="50" charset="-127"/>
                <a:ea typeface="Malgun Gothic" panose="020B0503020000020004" pitchFamily="50" charset="-127"/>
              </a:rPr>
              <a:t>다음 행동</a:t>
            </a:r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0D68BC37-3B60-A34B-3DC9-7A69E6096CFE}"/>
              </a:ext>
            </a:extLst>
          </p:cNvPr>
          <p:cNvSpPr txBox="1"/>
          <p:nvPr/>
        </p:nvSpPr>
        <p:spPr>
          <a:xfrm>
            <a:off x="9906000" y="3581400"/>
            <a:ext cx="1574800" cy="276999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ko-KR" altLang="en-US" sz="1100">
                <a:solidFill>
                  <a:srgbClr val="5B6F8C"/>
                </a:solidFill>
                <a:latin typeface="Malgun Gothic" panose="020B0503020000020004" pitchFamily="50" charset="-127"/>
                <a:ea typeface="Malgun Gothic" panose="020B0503020000020004" pitchFamily="50" charset="-127"/>
              </a:rPr>
              <a:t>상세</a:t>
            </a:r>
            <a:r>
              <a:rPr lang="en-US" altLang="ko-KR" sz="1100">
                <a:solidFill>
                  <a:srgbClr val="5B6F8C"/>
                </a:solidFill>
                <a:latin typeface="Malgun Gothic" panose="020B0503020000020004" pitchFamily="50" charset="-127"/>
                <a:ea typeface="Malgun Gothic" panose="020B0503020000020004" pitchFamily="50" charset="-127"/>
              </a:rPr>
              <a:t>·</a:t>
            </a:r>
            <a:r>
              <a:rPr lang="ko-KR" altLang="en-US" sz="1100">
                <a:solidFill>
                  <a:srgbClr val="5B6F8C"/>
                </a:solidFill>
                <a:latin typeface="Malgun Gothic" panose="020B0503020000020004" pitchFamily="50" charset="-127"/>
                <a:ea typeface="Malgun Gothic" panose="020B0503020000020004" pitchFamily="50" charset="-127"/>
              </a:rPr>
              <a:t>법령</a:t>
            </a:r>
            <a:r>
              <a:rPr lang="en-US" altLang="ko-KR" sz="1100">
                <a:solidFill>
                  <a:srgbClr val="5B6F8C"/>
                </a:solidFill>
                <a:latin typeface="Malgun Gothic" panose="020B0503020000020004" pitchFamily="50" charset="-127"/>
                <a:ea typeface="Malgun Gothic" panose="020B0503020000020004" pitchFamily="50" charset="-127"/>
              </a:rPr>
              <a:t>·</a:t>
            </a:r>
            <a:r>
              <a:rPr lang="ko-KR" altLang="en-US" sz="1100">
                <a:solidFill>
                  <a:srgbClr val="5B6F8C"/>
                </a:solidFill>
                <a:latin typeface="Malgun Gothic" panose="020B0503020000020004" pitchFamily="50" charset="-127"/>
                <a:ea typeface="Malgun Gothic" panose="020B0503020000020004" pitchFamily="50" charset="-127"/>
              </a:rPr>
              <a:t>사고자료 확인</a:t>
            </a:r>
          </a:p>
        </p:txBody>
      </p:sp>
      <p:sp>
        <p:nvSpPr>
          <p:cNvPr id="35" name="사각형: 둥근 모서리 34">
            <a:extLst>
              <a:ext uri="{FF2B5EF4-FFF2-40B4-BE49-F238E27FC236}">
                <a16:creationId xmlns:a16="http://schemas.microsoft.com/office/drawing/2014/main" id="{ADD013E9-A639-B697-C3B7-7E1C7BFBAF5E}"/>
              </a:ext>
            </a:extLst>
          </p:cNvPr>
          <p:cNvSpPr/>
          <p:nvPr/>
        </p:nvSpPr>
        <p:spPr>
          <a:xfrm>
            <a:off x="533400" y="5207000"/>
            <a:ext cx="11125200" cy="685800"/>
          </a:xfrm>
          <a:prstGeom prst="roundRect">
            <a:avLst/>
          </a:prstGeom>
          <a:solidFill>
            <a:srgbClr val="FFF7E8"/>
          </a:solidFill>
          <a:ln w="12700">
            <a:solidFill>
              <a:srgbClr val="D6E1F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id="{2BC31D4F-FE52-FB84-2620-E0EE2DDE7593}"/>
              </a:ext>
            </a:extLst>
          </p:cNvPr>
          <p:cNvSpPr txBox="1"/>
          <p:nvPr/>
        </p:nvSpPr>
        <p:spPr>
          <a:xfrm>
            <a:off x="838200" y="5422900"/>
            <a:ext cx="10414000" cy="276999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en-US" altLang="ko-KR" sz="1200" b="1">
                <a:solidFill>
                  <a:srgbClr val="13233D"/>
                </a:solidFill>
                <a:latin typeface="Malgun Gothic" panose="020B0503020000020004" pitchFamily="50" charset="-127"/>
                <a:ea typeface="Malgun Gothic" panose="020B0503020000020004" pitchFamily="50" charset="-127"/>
              </a:rPr>
              <a:t>PML</a:t>
            </a:r>
            <a:r>
              <a:rPr lang="ko-KR" altLang="en-US" sz="1200" b="1">
                <a:solidFill>
                  <a:srgbClr val="13233D"/>
                </a:solidFill>
                <a:latin typeface="Malgun Gothic" panose="020B0503020000020004" pitchFamily="50" charset="-127"/>
                <a:ea typeface="Malgun Gothic" panose="020B0503020000020004" pitchFamily="50" charset="-127"/>
              </a:rPr>
              <a:t>이 크더라도 보장 가능 손해</a:t>
            </a:r>
            <a:r>
              <a:rPr lang="en-US" altLang="ko-KR" sz="1200" b="1">
                <a:solidFill>
                  <a:srgbClr val="13233D"/>
                </a:solidFill>
                <a:latin typeface="Malgun Gothic" panose="020B0503020000020004" pitchFamily="50" charset="-127"/>
                <a:ea typeface="Malgun Gothic" panose="020B0503020000020004" pitchFamily="50" charset="-127"/>
              </a:rPr>
              <a:t>·</a:t>
            </a:r>
            <a:r>
              <a:rPr lang="ko-KR" altLang="en-US" sz="1200" b="1">
                <a:solidFill>
                  <a:srgbClr val="13233D"/>
                </a:solidFill>
                <a:latin typeface="Malgun Gothic" panose="020B0503020000020004" pitchFamily="50" charset="-127"/>
                <a:ea typeface="Malgun Gothic" panose="020B0503020000020004" pitchFamily="50" charset="-127"/>
              </a:rPr>
              <a:t>책임 주체</a:t>
            </a:r>
            <a:r>
              <a:rPr lang="en-US" altLang="ko-KR" sz="1200" b="1">
                <a:solidFill>
                  <a:srgbClr val="13233D"/>
                </a:solidFill>
                <a:latin typeface="Malgun Gothic" panose="020B0503020000020004" pitchFamily="50" charset="-127"/>
                <a:ea typeface="Malgun Gothic" panose="020B0503020000020004" pitchFamily="50" charset="-127"/>
              </a:rPr>
              <a:t>·</a:t>
            </a:r>
            <a:r>
              <a:rPr lang="ko-KR" altLang="en-US" sz="1200" b="1">
                <a:solidFill>
                  <a:srgbClr val="13233D"/>
                </a:solidFill>
                <a:latin typeface="Malgun Gothic" panose="020B0503020000020004" pitchFamily="50" charset="-127"/>
                <a:ea typeface="Malgun Gothic" panose="020B0503020000020004" pitchFamily="50" charset="-127"/>
              </a:rPr>
              <a:t>국내 손해자료를 확인하기 전에는 상품화 결론을 내리지 않습니다</a:t>
            </a:r>
            <a:r>
              <a:rPr lang="en-US" altLang="ko-KR" sz="1200" b="1">
                <a:solidFill>
                  <a:srgbClr val="13233D"/>
                </a:solidFill>
                <a:latin typeface="Malgun Gothic" panose="020B0503020000020004" pitchFamily="50" charset="-127"/>
                <a:ea typeface="Malgun Gothic" panose="020B0503020000020004" pitchFamily="50" charset="-127"/>
              </a:rPr>
              <a:t>.</a:t>
            </a:r>
            <a:endParaRPr lang="ko-KR" altLang="en-US" sz="1200" b="1">
              <a:solidFill>
                <a:srgbClr val="13233D"/>
              </a:solidFill>
              <a:latin typeface="Malgun Gothic" panose="020B0503020000020004" pitchFamily="50" charset="-127"/>
              <a:ea typeface="Malgun Gothic" panose="020B0503020000020004" pitchFamily="50" charset="-127"/>
            </a:endParaRPr>
          </a:p>
        </p:txBody>
      </p:sp>
      <p:cxnSp>
        <p:nvCxnSpPr>
          <p:cNvPr id="37" name="직선 연결선 36">
            <a:extLst>
              <a:ext uri="{FF2B5EF4-FFF2-40B4-BE49-F238E27FC236}">
                <a16:creationId xmlns:a16="http://schemas.microsoft.com/office/drawing/2014/main" id="{510AA4A5-37B5-78BF-79B9-1829829FF9F1}"/>
              </a:ext>
            </a:extLst>
          </p:cNvPr>
          <p:cNvCxnSpPr/>
          <p:nvPr/>
        </p:nvCxnSpPr>
        <p:spPr>
          <a:xfrm>
            <a:off x="533400" y="6438900"/>
            <a:ext cx="11125200" cy="0"/>
          </a:xfrm>
          <a:prstGeom prst="line">
            <a:avLst/>
          </a:prstGeom>
          <a:ln w="12700">
            <a:solidFill>
              <a:srgbClr val="D6E1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8" name="TextBox 37">
            <a:extLst>
              <a:ext uri="{FF2B5EF4-FFF2-40B4-BE49-F238E27FC236}">
                <a16:creationId xmlns:a16="http://schemas.microsoft.com/office/drawing/2014/main" id="{7F76E434-8778-0F19-9987-B71245D6E6CA}"/>
              </a:ext>
            </a:extLst>
          </p:cNvPr>
          <p:cNvSpPr txBox="1"/>
          <p:nvPr/>
        </p:nvSpPr>
        <p:spPr>
          <a:xfrm>
            <a:off x="533400" y="6578600"/>
            <a:ext cx="6350000" cy="276999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en-US" altLang="ko-KR" sz="900">
                <a:solidFill>
                  <a:srgbClr val="5B6F8C"/>
                </a:solidFill>
                <a:latin typeface="Malgun Gothic" panose="020B0503020000020004" pitchFamily="50" charset="-127"/>
                <a:ea typeface="Malgun Gothic" panose="020B0503020000020004" pitchFamily="50" charset="-127"/>
              </a:rPr>
              <a:t>HI RISK STUDIO - RISK EXPLORATION USER GUIDE</a:t>
            </a:r>
            <a:endParaRPr lang="ko-KR" altLang="en-US" sz="900">
              <a:solidFill>
                <a:srgbClr val="5B6F8C"/>
              </a:solidFill>
              <a:latin typeface="Malgun Gothic" panose="020B0503020000020004" pitchFamily="50" charset="-127"/>
              <a:ea typeface="Malgun Gothic" panose="020B0503020000020004" pitchFamily="50" charset="-127"/>
            </a:endParaRPr>
          </a:p>
        </p:txBody>
      </p:sp>
      <p:sp>
        <p:nvSpPr>
          <p:cNvPr id="39" name="TextBox 38">
            <a:extLst>
              <a:ext uri="{FF2B5EF4-FFF2-40B4-BE49-F238E27FC236}">
                <a16:creationId xmlns:a16="http://schemas.microsoft.com/office/drawing/2014/main" id="{B5AC3C4C-C730-7C3A-BF4F-EAB33102EB3A}"/>
              </a:ext>
            </a:extLst>
          </p:cNvPr>
          <p:cNvSpPr txBox="1"/>
          <p:nvPr/>
        </p:nvSpPr>
        <p:spPr>
          <a:xfrm>
            <a:off x="10922000" y="6578600"/>
            <a:ext cx="736600" cy="276999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 algn="r"/>
            <a:r>
              <a:rPr lang="en-US" altLang="ko-KR" sz="900">
                <a:solidFill>
                  <a:srgbClr val="5B6F8C"/>
                </a:solidFill>
                <a:latin typeface="Malgun Gothic" panose="020B0503020000020004" pitchFamily="50" charset="-127"/>
                <a:ea typeface="Malgun Gothic" panose="020B0503020000020004" pitchFamily="50" charset="-127"/>
              </a:rPr>
              <a:t>10 / 12</a:t>
            </a:r>
            <a:endParaRPr lang="ko-KR" altLang="en-US" sz="900">
              <a:solidFill>
                <a:srgbClr val="5B6F8C"/>
              </a:solidFill>
              <a:latin typeface="Malgun Gothic" panose="020B0503020000020004" pitchFamily="50" charset="-127"/>
              <a:ea typeface="Malgun Gothic" panose="020B0503020000020004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1766949738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AB1B1C34-6B4F-F008-BB51-E7576A5D8487}"/>
              </a:ext>
            </a:extLst>
          </p:cNvPr>
          <p:cNvSpPr txBox="1"/>
          <p:nvPr/>
        </p:nvSpPr>
        <p:spPr>
          <a:xfrm>
            <a:off x="533400" y="355600"/>
            <a:ext cx="533400" cy="276999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en-US" altLang="ko-KR" sz="1300" b="1">
                <a:solidFill>
                  <a:srgbClr val="2869E6"/>
                </a:solidFill>
                <a:latin typeface="Malgun Gothic" panose="020B0503020000020004" pitchFamily="50" charset="-127"/>
                <a:ea typeface="Malgun Gothic" panose="020B0503020000020004" pitchFamily="50" charset="-127"/>
              </a:rPr>
              <a:t>011</a:t>
            </a:r>
            <a:endParaRPr lang="ko-KR" altLang="en-US" sz="1300" b="1">
              <a:solidFill>
                <a:srgbClr val="2869E6"/>
              </a:solidFill>
              <a:latin typeface="Malgun Gothic" panose="020B0503020000020004" pitchFamily="50" charset="-127"/>
              <a:ea typeface="Malgun Gothic" panose="020B0503020000020004" pitchFamily="50" charset="-127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79A1A839-2204-97FB-311C-32D81F7D441E}"/>
              </a:ext>
            </a:extLst>
          </p:cNvPr>
          <p:cNvSpPr txBox="1"/>
          <p:nvPr/>
        </p:nvSpPr>
        <p:spPr>
          <a:xfrm>
            <a:off x="1168400" y="393700"/>
            <a:ext cx="3810000" cy="276999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en-US" altLang="ko-KR" sz="900" b="1">
                <a:solidFill>
                  <a:srgbClr val="2869E6"/>
                </a:solidFill>
                <a:latin typeface="Malgun Gothic" panose="020B0503020000020004" pitchFamily="50" charset="-127"/>
                <a:ea typeface="Malgun Gothic" panose="020B0503020000020004" pitchFamily="50" charset="-127"/>
              </a:rPr>
              <a:t>RISK EXPLORATION</a:t>
            </a:r>
            <a:endParaRPr lang="ko-KR" altLang="en-US" sz="900" b="1">
              <a:solidFill>
                <a:srgbClr val="2869E6"/>
              </a:solidFill>
              <a:latin typeface="Malgun Gothic" panose="020B0503020000020004" pitchFamily="50" charset="-127"/>
              <a:ea typeface="Malgun Gothic" panose="020B0503020000020004" pitchFamily="50" charset="-127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025DC343-AB09-2726-3D95-FD98E84AF0DF}"/>
              </a:ext>
            </a:extLst>
          </p:cNvPr>
          <p:cNvSpPr txBox="1"/>
          <p:nvPr/>
        </p:nvSpPr>
        <p:spPr>
          <a:xfrm>
            <a:off x="533400" y="800100"/>
            <a:ext cx="10668000" cy="276999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ko-KR" altLang="en-US" sz="2600" b="1">
                <a:solidFill>
                  <a:srgbClr val="13233D"/>
                </a:solidFill>
                <a:latin typeface="Malgun Gothic" panose="020B0503020000020004" pitchFamily="50" charset="-127"/>
                <a:ea typeface="Malgun Gothic" panose="020B0503020000020004" pitchFamily="50" charset="-127"/>
              </a:rPr>
              <a:t>점수를 안전하게 해석하는 법</a:t>
            </a:r>
          </a:p>
        </p:txBody>
      </p:sp>
      <p:cxnSp>
        <p:nvCxnSpPr>
          <p:cNvPr id="5" name="직선 연결선 4">
            <a:extLst>
              <a:ext uri="{FF2B5EF4-FFF2-40B4-BE49-F238E27FC236}">
                <a16:creationId xmlns:a16="http://schemas.microsoft.com/office/drawing/2014/main" id="{0DFEDBD4-0889-1AAC-4267-75C6EB808CB3}"/>
              </a:ext>
            </a:extLst>
          </p:cNvPr>
          <p:cNvCxnSpPr/>
          <p:nvPr/>
        </p:nvCxnSpPr>
        <p:spPr>
          <a:xfrm>
            <a:off x="533400" y="1422400"/>
            <a:ext cx="11125200" cy="0"/>
          </a:xfrm>
          <a:prstGeom prst="line">
            <a:avLst/>
          </a:prstGeom>
          <a:ln w="12700">
            <a:solidFill>
              <a:srgbClr val="D6E1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사각형: 둥근 모서리 5">
            <a:extLst>
              <a:ext uri="{FF2B5EF4-FFF2-40B4-BE49-F238E27FC236}">
                <a16:creationId xmlns:a16="http://schemas.microsoft.com/office/drawing/2014/main" id="{977999E9-737C-D9B4-3FA0-E18DA4F53A29}"/>
              </a:ext>
            </a:extLst>
          </p:cNvPr>
          <p:cNvSpPr/>
          <p:nvPr/>
        </p:nvSpPr>
        <p:spPr>
          <a:xfrm>
            <a:off x="533400" y="1968500"/>
            <a:ext cx="3429000" cy="2222500"/>
          </a:xfrm>
          <a:prstGeom prst="roundRect">
            <a:avLst/>
          </a:prstGeom>
          <a:solidFill>
            <a:srgbClr val="E9F9F3"/>
          </a:solidFill>
          <a:ln w="12700">
            <a:solidFill>
              <a:srgbClr val="D6E1F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7" name="사각형: 둥근 모서리 6">
            <a:extLst>
              <a:ext uri="{FF2B5EF4-FFF2-40B4-BE49-F238E27FC236}">
                <a16:creationId xmlns:a16="http://schemas.microsoft.com/office/drawing/2014/main" id="{AF3776D1-88AE-4552-3F0B-BF6AC7C864A1}"/>
              </a:ext>
            </a:extLst>
          </p:cNvPr>
          <p:cNvSpPr/>
          <p:nvPr/>
        </p:nvSpPr>
        <p:spPr>
          <a:xfrm>
            <a:off x="533400" y="1968500"/>
            <a:ext cx="63500" cy="2222500"/>
          </a:xfrm>
          <a:prstGeom prst="roundRect">
            <a:avLst/>
          </a:prstGeom>
          <a:solidFill>
            <a:srgbClr val="148E68"/>
          </a:solidFill>
          <a:ln w="12700">
            <a:solidFill>
              <a:srgbClr val="148E6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39DF1483-3F7B-56BB-030C-F46C864C9913}"/>
              </a:ext>
            </a:extLst>
          </p:cNvPr>
          <p:cNvSpPr txBox="1"/>
          <p:nvPr/>
        </p:nvSpPr>
        <p:spPr>
          <a:xfrm>
            <a:off x="762000" y="2171700"/>
            <a:ext cx="2997200" cy="276999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ko-KR" altLang="en-US" sz="1600" b="1">
                <a:solidFill>
                  <a:srgbClr val="13233D"/>
                </a:solidFill>
                <a:latin typeface="Malgun Gothic" panose="020B0503020000020004" pitchFamily="50" charset="-127"/>
                <a:ea typeface="Malgun Gothic" panose="020B0503020000020004" pitchFamily="50" charset="-127"/>
              </a:rPr>
              <a:t>이렇게 보세요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AB0FB784-0DE1-B9C0-BB52-2E1EDE5DE3C2}"/>
              </a:ext>
            </a:extLst>
          </p:cNvPr>
          <p:cNvSpPr txBox="1"/>
          <p:nvPr/>
        </p:nvSpPr>
        <p:spPr>
          <a:xfrm>
            <a:off x="762000" y="2590800"/>
            <a:ext cx="2997200" cy="276999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ko-KR" altLang="en-US" sz="1200">
                <a:solidFill>
                  <a:srgbClr val="5B6F8C"/>
                </a:solidFill>
                <a:latin typeface="Malgun Gothic" panose="020B0503020000020004" pitchFamily="50" charset="-127"/>
                <a:ea typeface="Malgun Gothic" panose="020B0503020000020004" pitchFamily="50" charset="-127"/>
              </a:rPr>
              <a:t>점수는 “먼저 확인할 순서”입니다</a:t>
            </a:r>
            <a:r>
              <a:rPr lang="en-US" altLang="ko-KR" sz="1200">
                <a:solidFill>
                  <a:srgbClr val="5B6F8C"/>
                </a:solidFill>
                <a:latin typeface="Malgun Gothic" panose="020B0503020000020004" pitchFamily="50" charset="-127"/>
                <a:ea typeface="Malgun Gothic" panose="020B0503020000020004" pitchFamily="50" charset="-127"/>
              </a:rPr>
              <a:t>.
</a:t>
            </a:r>
            <a:r>
              <a:rPr lang="ko-KR" altLang="en-US" sz="1200">
                <a:solidFill>
                  <a:srgbClr val="5B6F8C"/>
                </a:solidFill>
                <a:latin typeface="Malgun Gothic" panose="020B0503020000020004" pitchFamily="50" charset="-127"/>
                <a:ea typeface="Malgun Gothic" panose="020B0503020000020004" pitchFamily="50" charset="-127"/>
              </a:rPr>
              <a:t>근거와 불확실성을 함께 읽습니다</a:t>
            </a:r>
            <a:r>
              <a:rPr lang="en-US" altLang="ko-KR" sz="1200">
                <a:solidFill>
                  <a:srgbClr val="5B6F8C"/>
                </a:solidFill>
                <a:latin typeface="Malgun Gothic" panose="020B0503020000020004" pitchFamily="50" charset="-127"/>
                <a:ea typeface="Malgun Gothic" panose="020B0503020000020004" pitchFamily="50" charset="-127"/>
              </a:rPr>
              <a:t>.</a:t>
            </a:r>
            <a:endParaRPr lang="ko-KR" altLang="en-US" sz="1200">
              <a:solidFill>
                <a:srgbClr val="5B6F8C"/>
              </a:solidFill>
              <a:latin typeface="Malgun Gothic" panose="020B0503020000020004" pitchFamily="50" charset="-127"/>
              <a:ea typeface="Malgun Gothic" panose="020B0503020000020004" pitchFamily="50" charset="-127"/>
            </a:endParaRPr>
          </a:p>
        </p:txBody>
      </p:sp>
      <p:sp>
        <p:nvSpPr>
          <p:cNvPr id="10" name="사각형: 둥근 모서리 9">
            <a:extLst>
              <a:ext uri="{FF2B5EF4-FFF2-40B4-BE49-F238E27FC236}">
                <a16:creationId xmlns:a16="http://schemas.microsoft.com/office/drawing/2014/main" id="{C800D069-A868-F3C2-363F-32B3D16D5E36}"/>
              </a:ext>
            </a:extLst>
          </p:cNvPr>
          <p:cNvSpPr/>
          <p:nvPr/>
        </p:nvSpPr>
        <p:spPr>
          <a:xfrm>
            <a:off x="4381500" y="1968500"/>
            <a:ext cx="3429000" cy="2222500"/>
          </a:xfrm>
          <a:prstGeom prst="roundRect">
            <a:avLst/>
          </a:prstGeom>
          <a:solidFill>
            <a:srgbClr val="FFF0F1"/>
          </a:solidFill>
          <a:ln w="12700">
            <a:solidFill>
              <a:srgbClr val="D6E1F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1" name="사각형: 둥근 모서리 10">
            <a:extLst>
              <a:ext uri="{FF2B5EF4-FFF2-40B4-BE49-F238E27FC236}">
                <a16:creationId xmlns:a16="http://schemas.microsoft.com/office/drawing/2014/main" id="{248F7E75-EFBB-31CA-5DB9-7BC6BBAD01EF}"/>
              </a:ext>
            </a:extLst>
          </p:cNvPr>
          <p:cNvSpPr/>
          <p:nvPr/>
        </p:nvSpPr>
        <p:spPr>
          <a:xfrm>
            <a:off x="4381500" y="1968500"/>
            <a:ext cx="63500" cy="2222500"/>
          </a:xfrm>
          <a:prstGeom prst="roundRect">
            <a:avLst/>
          </a:prstGeom>
          <a:solidFill>
            <a:srgbClr val="C4393F"/>
          </a:solidFill>
          <a:ln w="12700">
            <a:solidFill>
              <a:srgbClr val="C4393F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39317D50-C128-E904-CFDC-6366551CF372}"/>
              </a:ext>
            </a:extLst>
          </p:cNvPr>
          <p:cNvSpPr txBox="1"/>
          <p:nvPr/>
        </p:nvSpPr>
        <p:spPr>
          <a:xfrm>
            <a:off x="4610100" y="2171700"/>
            <a:ext cx="2997200" cy="276999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ko-KR" altLang="en-US" sz="1600" b="1">
                <a:solidFill>
                  <a:srgbClr val="13233D"/>
                </a:solidFill>
                <a:latin typeface="Malgun Gothic" panose="020B0503020000020004" pitchFamily="50" charset="-127"/>
                <a:ea typeface="Malgun Gothic" panose="020B0503020000020004" pitchFamily="50" charset="-127"/>
              </a:rPr>
              <a:t>이렇게 단정하지 마세요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CA0D4493-063B-680D-A0AE-34A1B9DFA147}"/>
              </a:ext>
            </a:extLst>
          </p:cNvPr>
          <p:cNvSpPr txBox="1"/>
          <p:nvPr/>
        </p:nvSpPr>
        <p:spPr>
          <a:xfrm>
            <a:off x="4610100" y="2590800"/>
            <a:ext cx="2997200" cy="276999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ko-KR" altLang="en-US" sz="1200">
                <a:solidFill>
                  <a:srgbClr val="5B6F8C"/>
                </a:solidFill>
                <a:latin typeface="Malgun Gothic" panose="020B0503020000020004" pitchFamily="50" charset="-127"/>
                <a:ea typeface="Malgun Gothic" panose="020B0503020000020004" pitchFamily="50" charset="-127"/>
              </a:rPr>
              <a:t>높은 점수 </a:t>
            </a:r>
            <a:r>
              <a:rPr lang="en-US" altLang="ko-KR" sz="1200">
                <a:solidFill>
                  <a:srgbClr val="5B6F8C"/>
                </a:solidFill>
                <a:latin typeface="Malgun Gothic" panose="020B0503020000020004" pitchFamily="50" charset="-127"/>
                <a:ea typeface="Malgun Gothic" panose="020B0503020000020004" pitchFamily="50" charset="-127"/>
              </a:rPr>
              <a:t>= </a:t>
            </a:r>
            <a:r>
              <a:rPr lang="ko-KR" altLang="en-US" sz="1200">
                <a:solidFill>
                  <a:srgbClr val="5B6F8C"/>
                </a:solidFill>
                <a:latin typeface="Malgun Gothic" panose="020B0503020000020004" pitchFamily="50" charset="-127"/>
                <a:ea typeface="Malgun Gothic" panose="020B0503020000020004" pitchFamily="50" charset="-127"/>
              </a:rPr>
              <a:t>상품화 확정
높은 </a:t>
            </a:r>
            <a:r>
              <a:rPr lang="en-US" altLang="ko-KR" sz="1200">
                <a:solidFill>
                  <a:srgbClr val="5B6F8C"/>
                </a:solidFill>
                <a:latin typeface="Malgun Gothic" panose="020B0503020000020004" pitchFamily="50" charset="-127"/>
                <a:ea typeface="Malgun Gothic" panose="020B0503020000020004" pitchFamily="50" charset="-127"/>
              </a:rPr>
              <a:t>PML = </a:t>
            </a:r>
            <a:r>
              <a:rPr lang="ko-KR" altLang="en-US" sz="1200">
                <a:solidFill>
                  <a:srgbClr val="5B6F8C"/>
                </a:solidFill>
                <a:latin typeface="Malgun Gothic" panose="020B0503020000020004" pitchFamily="50" charset="-127"/>
                <a:ea typeface="Malgun Gothic" panose="020B0503020000020004" pitchFamily="50" charset="-127"/>
              </a:rPr>
              <a:t>보험료 확정
법률 카드 </a:t>
            </a:r>
            <a:r>
              <a:rPr lang="en-US" altLang="ko-KR" sz="1200">
                <a:solidFill>
                  <a:srgbClr val="5B6F8C"/>
                </a:solidFill>
                <a:latin typeface="Malgun Gothic" panose="020B0503020000020004" pitchFamily="50" charset="-127"/>
                <a:ea typeface="Malgun Gothic" panose="020B0503020000020004" pitchFamily="50" charset="-127"/>
              </a:rPr>
              <a:t>= </a:t>
            </a:r>
            <a:r>
              <a:rPr lang="ko-KR" altLang="en-US" sz="1200">
                <a:solidFill>
                  <a:srgbClr val="5B6F8C"/>
                </a:solidFill>
                <a:latin typeface="Malgun Gothic" panose="020B0503020000020004" pitchFamily="50" charset="-127"/>
                <a:ea typeface="Malgun Gothic" panose="020B0503020000020004" pitchFamily="50" charset="-127"/>
              </a:rPr>
              <a:t>법률 위반 확정</a:t>
            </a:r>
          </a:p>
        </p:txBody>
      </p:sp>
      <p:sp>
        <p:nvSpPr>
          <p:cNvPr id="14" name="사각형: 둥근 모서리 13">
            <a:extLst>
              <a:ext uri="{FF2B5EF4-FFF2-40B4-BE49-F238E27FC236}">
                <a16:creationId xmlns:a16="http://schemas.microsoft.com/office/drawing/2014/main" id="{D1D38E28-DEF4-D044-5C67-93213FA54594}"/>
              </a:ext>
            </a:extLst>
          </p:cNvPr>
          <p:cNvSpPr/>
          <p:nvPr/>
        </p:nvSpPr>
        <p:spPr>
          <a:xfrm>
            <a:off x="8229600" y="1968500"/>
            <a:ext cx="3429000" cy="2222500"/>
          </a:xfrm>
          <a:prstGeom prst="roundRect">
            <a:avLst/>
          </a:prstGeom>
          <a:solidFill>
            <a:srgbClr val="FFF7E8"/>
          </a:solidFill>
          <a:ln w="12700">
            <a:solidFill>
              <a:srgbClr val="D6E1F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5" name="사각형: 둥근 모서리 14">
            <a:extLst>
              <a:ext uri="{FF2B5EF4-FFF2-40B4-BE49-F238E27FC236}">
                <a16:creationId xmlns:a16="http://schemas.microsoft.com/office/drawing/2014/main" id="{4351FD6A-513C-98D6-2961-9E50C75F996F}"/>
              </a:ext>
            </a:extLst>
          </p:cNvPr>
          <p:cNvSpPr/>
          <p:nvPr/>
        </p:nvSpPr>
        <p:spPr>
          <a:xfrm>
            <a:off x="8229600" y="1968500"/>
            <a:ext cx="63500" cy="2222500"/>
          </a:xfrm>
          <a:prstGeom prst="roundRect">
            <a:avLst/>
          </a:prstGeom>
          <a:solidFill>
            <a:srgbClr val="FF9E1B"/>
          </a:solidFill>
          <a:ln w="12700">
            <a:solidFill>
              <a:srgbClr val="FF9E1B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797D7F9B-414D-85F5-8BA1-48C26AB2156F}"/>
              </a:ext>
            </a:extLst>
          </p:cNvPr>
          <p:cNvSpPr txBox="1"/>
          <p:nvPr/>
        </p:nvSpPr>
        <p:spPr>
          <a:xfrm>
            <a:off x="8458200" y="2171700"/>
            <a:ext cx="2997200" cy="276999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ko-KR" altLang="en-US" sz="1600" b="1">
                <a:solidFill>
                  <a:srgbClr val="13233D"/>
                </a:solidFill>
                <a:latin typeface="Malgun Gothic" panose="020B0503020000020004" pitchFamily="50" charset="-127"/>
                <a:ea typeface="Malgun Gothic" panose="020B0503020000020004" pitchFamily="50" charset="-127"/>
              </a:rPr>
              <a:t>추가로 확인할 것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D8E7BE2B-5AD0-5C0A-3365-1272B9DE37B3}"/>
              </a:ext>
            </a:extLst>
          </p:cNvPr>
          <p:cNvSpPr txBox="1"/>
          <p:nvPr/>
        </p:nvSpPr>
        <p:spPr>
          <a:xfrm>
            <a:off x="8458200" y="2590800"/>
            <a:ext cx="2997200" cy="276999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ko-KR" altLang="en-US" sz="1200">
                <a:solidFill>
                  <a:srgbClr val="5B6F8C"/>
                </a:solidFill>
                <a:latin typeface="Malgun Gothic" panose="020B0503020000020004" pitchFamily="50" charset="-127"/>
                <a:ea typeface="Malgun Gothic" panose="020B0503020000020004" pitchFamily="50" charset="-127"/>
              </a:rPr>
              <a:t>국내 사고 빈도</a:t>
            </a:r>
            <a:r>
              <a:rPr lang="en-US" altLang="ko-KR" sz="1200">
                <a:solidFill>
                  <a:srgbClr val="5B6F8C"/>
                </a:solidFill>
                <a:latin typeface="Malgun Gothic" panose="020B0503020000020004" pitchFamily="50" charset="-127"/>
                <a:ea typeface="Malgun Gothic" panose="020B0503020000020004" pitchFamily="50" charset="-127"/>
              </a:rPr>
              <a:t>·</a:t>
            </a:r>
            <a:r>
              <a:rPr lang="ko-KR" altLang="en-US" sz="1200">
                <a:solidFill>
                  <a:srgbClr val="5B6F8C"/>
                </a:solidFill>
                <a:latin typeface="Malgun Gothic" panose="020B0503020000020004" pitchFamily="50" charset="-127"/>
                <a:ea typeface="Malgun Gothic" panose="020B0503020000020004" pitchFamily="50" charset="-127"/>
              </a:rPr>
              <a:t>평균 손해액
약관 적용</a:t>
            </a:r>
            <a:r>
              <a:rPr lang="en-US" altLang="ko-KR" sz="1200">
                <a:solidFill>
                  <a:srgbClr val="5B6F8C"/>
                </a:solidFill>
                <a:latin typeface="Malgun Gothic" panose="020B0503020000020004" pitchFamily="50" charset="-127"/>
                <a:ea typeface="Malgun Gothic" panose="020B0503020000020004" pitchFamily="50" charset="-127"/>
              </a:rPr>
              <a:t>·</a:t>
            </a:r>
            <a:r>
              <a:rPr lang="ko-KR" altLang="en-US" sz="1200">
                <a:solidFill>
                  <a:srgbClr val="5B6F8C"/>
                </a:solidFill>
                <a:latin typeface="Malgun Gothic" panose="020B0503020000020004" pitchFamily="50" charset="-127"/>
                <a:ea typeface="Malgun Gothic" panose="020B0503020000020004" pitchFamily="50" charset="-127"/>
              </a:rPr>
              <a:t>면책
법무</a:t>
            </a:r>
            <a:r>
              <a:rPr lang="en-US" altLang="ko-KR" sz="1200">
                <a:solidFill>
                  <a:srgbClr val="5B6F8C"/>
                </a:solidFill>
                <a:latin typeface="Malgun Gothic" panose="020B0503020000020004" pitchFamily="50" charset="-127"/>
                <a:ea typeface="Malgun Gothic" panose="020B0503020000020004" pitchFamily="50" charset="-127"/>
              </a:rPr>
              <a:t>·</a:t>
            </a:r>
            <a:r>
              <a:rPr lang="ko-KR" altLang="en-US" sz="1200">
                <a:solidFill>
                  <a:srgbClr val="5B6F8C"/>
                </a:solidFill>
                <a:latin typeface="Malgun Gothic" panose="020B0503020000020004" pitchFamily="50" charset="-127"/>
                <a:ea typeface="Malgun Gothic" panose="020B0503020000020004" pitchFamily="50" charset="-127"/>
              </a:rPr>
              <a:t>계리</a:t>
            </a:r>
            <a:r>
              <a:rPr lang="en-US" altLang="ko-KR" sz="1200">
                <a:solidFill>
                  <a:srgbClr val="5B6F8C"/>
                </a:solidFill>
                <a:latin typeface="Malgun Gothic" panose="020B0503020000020004" pitchFamily="50" charset="-127"/>
                <a:ea typeface="Malgun Gothic" panose="020B0503020000020004" pitchFamily="50" charset="-127"/>
              </a:rPr>
              <a:t>·</a:t>
            </a:r>
            <a:r>
              <a:rPr lang="ko-KR" altLang="en-US" sz="1200">
                <a:solidFill>
                  <a:srgbClr val="5B6F8C"/>
                </a:solidFill>
                <a:latin typeface="Malgun Gothic" panose="020B0503020000020004" pitchFamily="50" charset="-127"/>
                <a:ea typeface="Malgun Gothic" panose="020B0503020000020004" pitchFamily="50" charset="-127"/>
              </a:rPr>
              <a:t>재보험 검토</a:t>
            </a:r>
          </a:p>
        </p:txBody>
      </p:sp>
      <p:sp>
        <p:nvSpPr>
          <p:cNvPr id="18" name="사각형: 둥근 모서리 17">
            <a:extLst>
              <a:ext uri="{FF2B5EF4-FFF2-40B4-BE49-F238E27FC236}">
                <a16:creationId xmlns:a16="http://schemas.microsoft.com/office/drawing/2014/main" id="{E0FBE59F-58AC-4173-FABD-D7BE4E4567EC}"/>
              </a:ext>
            </a:extLst>
          </p:cNvPr>
          <p:cNvSpPr/>
          <p:nvPr/>
        </p:nvSpPr>
        <p:spPr>
          <a:xfrm>
            <a:off x="533400" y="4699000"/>
            <a:ext cx="11125200" cy="889000"/>
          </a:xfrm>
          <a:prstGeom prst="roundRect">
            <a:avLst/>
          </a:prstGeom>
          <a:solidFill>
            <a:srgbClr val="00205B"/>
          </a:solidFill>
          <a:ln w="12700">
            <a:solidFill>
              <a:srgbClr val="00205B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7A44B03E-9999-44CA-665A-277092137359}"/>
              </a:ext>
            </a:extLst>
          </p:cNvPr>
          <p:cNvSpPr txBox="1"/>
          <p:nvPr/>
        </p:nvSpPr>
        <p:spPr>
          <a:xfrm>
            <a:off x="863600" y="5016500"/>
            <a:ext cx="10414000" cy="276999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en-US" altLang="ko-KR" sz="1300" b="1">
                <a:solidFill>
                  <a:srgbClr val="FFFFFF"/>
                </a:solidFill>
                <a:latin typeface="Malgun Gothic" panose="020B0503020000020004" pitchFamily="50" charset="-127"/>
                <a:ea typeface="Malgun Gothic" panose="020B0503020000020004" pitchFamily="50" charset="-127"/>
              </a:rPr>
              <a:t>SAMPLE / </a:t>
            </a:r>
            <a:r>
              <a:rPr lang="ko-KR" altLang="en-US" sz="1300" b="1">
                <a:solidFill>
                  <a:srgbClr val="FFFFFF"/>
                </a:solidFill>
                <a:latin typeface="Malgun Gothic" panose="020B0503020000020004" pitchFamily="50" charset="-127"/>
                <a:ea typeface="Malgun Gothic" panose="020B0503020000020004" pitchFamily="50" charset="-127"/>
              </a:rPr>
              <a:t>예비 판단</a:t>
            </a:r>
            <a:r>
              <a:rPr lang="en-US" altLang="ko-KR" sz="1300" b="1">
                <a:solidFill>
                  <a:srgbClr val="FFFFFF"/>
                </a:solidFill>
                <a:latin typeface="Malgun Gothic" panose="020B0503020000020004" pitchFamily="50" charset="-127"/>
                <a:ea typeface="Malgun Gothic" panose="020B0503020000020004" pitchFamily="50" charset="-127"/>
              </a:rPr>
              <a:t>: </a:t>
            </a:r>
            <a:r>
              <a:rPr lang="ko-KR" altLang="en-US" sz="1300" b="1">
                <a:solidFill>
                  <a:srgbClr val="FFFFFF"/>
                </a:solidFill>
                <a:latin typeface="Malgun Gothic" panose="020B0503020000020004" pitchFamily="50" charset="-127"/>
                <a:ea typeface="Malgun Gothic" panose="020B0503020000020004" pitchFamily="50" charset="-127"/>
              </a:rPr>
              <a:t>화면의 수치와 가정은 실제 상품</a:t>
            </a:r>
            <a:r>
              <a:rPr lang="en-US" altLang="ko-KR" sz="1300" b="1">
                <a:solidFill>
                  <a:srgbClr val="FFFFFF"/>
                </a:solidFill>
                <a:latin typeface="Malgun Gothic" panose="020B0503020000020004" pitchFamily="50" charset="-127"/>
                <a:ea typeface="Malgun Gothic" panose="020B0503020000020004" pitchFamily="50" charset="-127"/>
              </a:rPr>
              <a:t>·</a:t>
            </a:r>
            <a:r>
              <a:rPr lang="ko-KR" altLang="en-US" sz="1300" b="1">
                <a:solidFill>
                  <a:srgbClr val="FFFFFF"/>
                </a:solidFill>
                <a:latin typeface="Malgun Gothic" panose="020B0503020000020004" pitchFamily="50" charset="-127"/>
                <a:ea typeface="Malgun Gothic" panose="020B0503020000020004" pitchFamily="50" charset="-127"/>
              </a:rPr>
              <a:t>보험료</a:t>
            </a:r>
            <a:r>
              <a:rPr lang="en-US" altLang="ko-KR" sz="1300" b="1">
                <a:solidFill>
                  <a:srgbClr val="FFFFFF"/>
                </a:solidFill>
                <a:latin typeface="Malgun Gothic" panose="020B0503020000020004" pitchFamily="50" charset="-127"/>
                <a:ea typeface="Malgun Gothic" panose="020B0503020000020004" pitchFamily="50" charset="-127"/>
              </a:rPr>
              <a:t>·</a:t>
            </a:r>
            <a:r>
              <a:rPr lang="ko-KR" altLang="en-US" sz="1300" b="1">
                <a:solidFill>
                  <a:srgbClr val="FFFFFF"/>
                </a:solidFill>
                <a:latin typeface="Malgun Gothic" panose="020B0503020000020004" pitchFamily="50" charset="-127"/>
                <a:ea typeface="Malgun Gothic" panose="020B0503020000020004" pitchFamily="50" charset="-127"/>
              </a:rPr>
              <a:t>가입 가능 여부를 확정하지 않습니다</a:t>
            </a:r>
            <a:r>
              <a:rPr lang="en-US" altLang="ko-KR" sz="1300" b="1">
                <a:solidFill>
                  <a:srgbClr val="FFFFFF"/>
                </a:solidFill>
                <a:latin typeface="Malgun Gothic" panose="020B0503020000020004" pitchFamily="50" charset="-127"/>
                <a:ea typeface="Malgun Gothic" panose="020B0503020000020004" pitchFamily="50" charset="-127"/>
              </a:rPr>
              <a:t>.</a:t>
            </a:r>
            <a:endParaRPr lang="ko-KR" altLang="en-US" sz="1300" b="1">
              <a:solidFill>
                <a:srgbClr val="FFFFFF"/>
              </a:solidFill>
              <a:latin typeface="Malgun Gothic" panose="020B0503020000020004" pitchFamily="50" charset="-127"/>
              <a:ea typeface="Malgun Gothic" panose="020B0503020000020004" pitchFamily="50" charset="-127"/>
            </a:endParaRPr>
          </a:p>
        </p:txBody>
      </p:sp>
      <p:cxnSp>
        <p:nvCxnSpPr>
          <p:cNvPr id="20" name="직선 연결선 19">
            <a:extLst>
              <a:ext uri="{FF2B5EF4-FFF2-40B4-BE49-F238E27FC236}">
                <a16:creationId xmlns:a16="http://schemas.microsoft.com/office/drawing/2014/main" id="{67FEAEBA-6B7F-9AE2-2F7F-BE99FBE68CC3}"/>
              </a:ext>
            </a:extLst>
          </p:cNvPr>
          <p:cNvCxnSpPr/>
          <p:nvPr/>
        </p:nvCxnSpPr>
        <p:spPr>
          <a:xfrm>
            <a:off x="533400" y="6438900"/>
            <a:ext cx="11125200" cy="0"/>
          </a:xfrm>
          <a:prstGeom prst="line">
            <a:avLst/>
          </a:prstGeom>
          <a:ln w="12700">
            <a:solidFill>
              <a:srgbClr val="D6E1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1" name="TextBox 20">
            <a:extLst>
              <a:ext uri="{FF2B5EF4-FFF2-40B4-BE49-F238E27FC236}">
                <a16:creationId xmlns:a16="http://schemas.microsoft.com/office/drawing/2014/main" id="{5C285492-A4BC-238D-E865-FC4813B5CB3E}"/>
              </a:ext>
            </a:extLst>
          </p:cNvPr>
          <p:cNvSpPr txBox="1"/>
          <p:nvPr/>
        </p:nvSpPr>
        <p:spPr>
          <a:xfrm>
            <a:off x="533400" y="6578600"/>
            <a:ext cx="6350000" cy="276999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en-US" altLang="ko-KR" sz="900">
                <a:solidFill>
                  <a:srgbClr val="5B6F8C"/>
                </a:solidFill>
                <a:latin typeface="Malgun Gothic" panose="020B0503020000020004" pitchFamily="50" charset="-127"/>
                <a:ea typeface="Malgun Gothic" panose="020B0503020000020004" pitchFamily="50" charset="-127"/>
              </a:rPr>
              <a:t>HI RISK STUDIO - RISK EXPLORATION USER GUIDE</a:t>
            </a:r>
            <a:endParaRPr lang="ko-KR" altLang="en-US" sz="900">
              <a:solidFill>
                <a:srgbClr val="5B6F8C"/>
              </a:solidFill>
              <a:latin typeface="Malgun Gothic" panose="020B0503020000020004" pitchFamily="50" charset="-127"/>
              <a:ea typeface="Malgun Gothic" panose="020B0503020000020004" pitchFamily="50" charset="-127"/>
            </a:endParaRP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0F4D8411-85FA-1B6D-D49E-5C80912DAC3C}"/>
              </a:ext>
            </a:extLst>
          </p:cNvPr>
          <p:cNvSpPr txBox="1"/>
          <p:nvPr/>
        </p:nvSpPr>
        <p:spPr>
          <a:xfrm>
            <a:off x="10922000" y="6578600"/>
            <a:ext cx="736600" cy="276999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 algn="r"/>
            <a:r>
              <a:rPr lang="en-US" altLang="ko-KR" sz="900">
                <a:solidFill>
                  <a:srgbClr val="5B6F8C"/>
                </a:solidFill>
                <a:latin typeface="Malgun Gothic" panose="020B0503020000020004" pitchFamily="50" charset="-127"/>
                <a:ea typeface="Malgun Gothic" panose="020B0503020000020004" pitchFamily="50" charset="-127"/>
              </a:rPr>
              <a:t>11 / 12</a:t>
            </a:r>
            <a:endParaRPr lang="ko-KR" altLang="en-US" sz="900">
              <a:solidFill>
                <a:srgbClr val="5B6F8C"/>
              </a:solidFill>
              <a:latin typeface="Malgun Gothic" panose="020B0503020000020004" pitchFamily="50" charset="-127"/>
              <a:ea typeface="Malgun Gothic" panose="020B0503020000020004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2833900326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7711919B-2517-ECD0-DC3B-09215AE4CB4B}"/>
              </a:ext>
            </a:extLst>
          </p:cNvPr>
          <p:cNvSpPr txBox="1"/>
          <p:nvPr/>
        </p:nvSpPr>
        <p:spPr>
          <a:xfrm>
            <a:off x="533400" y="355600"/>
            <a:ext cx="533400" cy="276999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en-US" altLang="ko-KR" sz="1300" b="1">
                <a:solidFill>
                  <a:srgbClr val="2869E6"/>
                </a:solidFill>
                <a:latin typeface="Malgun Gothic" panose="020B0503020000020004" pitchFamily="50" charset="-127"/>
                <a:ea typeface="Malgun Gothic" panose="020B0503020000020004" pitchFamily="50" charset="-127"/>
              </a:rPr>
              <a:t>012</a:t>
            </a:r>
            <a:endParaRPr lang="ko-KR" altLang="en-US" sz="1300" b="1">
              <a:solidFill>
                <a:srgbClr val="2869E6"/>
              </a:solidFill>
              <a:latin typeface="Malgun Gothic" panose="020B0503020000020004" pitchFamily="50" charset="-127"/>
              <a:ea typeface="Malgun Gothic" panose="020B0503020000020004" pitchFamily="50" charset="-127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D6394F0B-AD7E-D0CE-49C0-5640A9030294}"/>
              </a:ext>
            </a:extLst>
          </p:cNvPr>
          <p:cNvSpPr txBox="1"/>
          <p:nvPr/>
        </p:nvSpPr>
        <p:spPr>
          <a:xfrm>
            <a:off x="1168400" y="393700"/>
            <a:ext cx="3810000" cy="276999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en-US" altLang="ko-KR" sz="900" b="1">
                <a:solidFill>
                  <a:srgbClr val="2869E6"/>
                </a:solidFill>
                <a:latin typeface="Malgun Gothic" panose="020B0503020000020004" pitchFamily="50" charset="-127"/>
                <a:ea typeface="Malgun Gothic" panose="020B0503020000020004" pitchFamily="50" charset="-127"/>
              </a:rPr>
              <a:t>RISK EXPLORATION</a:t>
            </a:r>
            <a:endParaRPr lang="ko-KR" altLang="en-US" sz="900" b="1">
              <a:solidFill>
                <a:srgbClr val="2869E6"/>
              </a:solidFill>
              <a:latin typeface="Malgun Gothic" panose="020B0503020000020004" pitchFamily="50" charset="-127"/>
              <a:ea typeface="Malgun Gothic" panose="020B0503020000020004" pitchFamily="50" charset="-127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8B61FAF2-10AB-F1B8-2D62-5576F1129B34}"/>
              </a:ext>
            </a:extLst>
          </p:cNvPr>
          <p:cNvSpPr txBox="1"/>
          <p:nvPr/>
        </p:nvSpPr>
        <p:spPr>
          <a:xfrm>
            <a:off x="533400" y="800100"/>
            <a:ext cx="10668000" cy="276999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ko-KR" altLang="en-US" sz="2600" b="1">
                <a:solidFill>
                  <a:srgbClr val="13233D"/>
                </a:solidFill>
                <a:latin typeface="Malgun Gothic" panose="020B0503020000020004" pitchFamily="50" charset="-127"/>
                <a:ea typeface="Malgun Gothic" panose="020B0503020000020004" pitchFamily="50" charset="-127"/>
              </a:rPr>
              <a:t>위험 탐색을 마친 뒤 남길 체크리스트</a:t>
            </a:r>
          </a:p>
        </p:txBody>
      </p:sp>
      <p:cxnSp>
        <p:nvCxnSpPr>
          <p:cNvPr id="5" name="직선 연결선 4">
            <a:extLst>
              <a:ext uri="{FF2B5EF4-FFF2-40B4-BE49-F238E27FC236}">
                <a16:creationId xmlns:a16="http://schemas.microsoft.com/office/drawing/2014/main" id="{012227ED-3207-224F-B2C1-6A0FE91733B4}"/>
              </a:ext>
            </a:extLst>
          </p:cNvPr>
          <p:cNvCxnSpPr/>
          <p:nvPr/>
        </p:nvCxnSpPr>
        <p:spPr>
          <a:xfrm>
            <a:off x="533400" y="1422400"/>
            <a:ext cx="11125200" cy="0"/>
          </a:xfrm>
          <a:prstGeom prst="line">
            <a:avLst/>
          </a:prstGeom>
          <a:ln w="12700">
            <a:solidFill>
              <a:srgbClr val="D6E1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사각형: 둥근 모서리 5">
            <a:extLst>
              <a:ext uri="{FF2B5EF4-FFF2-40B4-BE49-F238E27FC236}">
                <a16:creationId xmlns:a16="http://schemas.microsoft.com/office/drawing/2014/main" id="{883B8581-8523-7CC8-BC28-CEDEF2C85282}"/>
              </a:ext>
            </a:extLst>
          </p:cNvPr>
          <p:cNvSpPr/>
          <p:nvPr/>
        </p:nvSpPr>
        <p:spPr>
          <a:xfrm>
            <a:off x="533400" y="1841500"/>
            <a:ext cx="7239000" cy="3556000"/>
          </a:xfrm>
          <a:prstGeom prst="roundRect">
            <a:avLst/>
          </a:prstGeom>
          <a:solidFill>
            <a:srgbClr val="EDF5FF"/>
          </a:solidFill>
          <a:ln w="12700">
            <a:solidFill>
              <a:srgbClr val="D6E1F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75C8D5C8-52B3-F51B-07EF-CD05D307D2CE}"/>
              </a:ext>
            </a:extLst>
          </p:cNvPr>
          <p:cNvSpPr txBox="1"/>
          <p:nvPr/>
        </p:nvSpPr>
        <p:spPr>
          <a:xfrm>
            <a:off x="863600" y="2146300"/>
            <a:ext cx="3556000" cy="276999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en-US" altLang="ko-KR" b="1">
                <a:solidFill>
                  <a:srgbClr val="13233D"/>
                </a:solidFill>
                <a:latin typeface="Malgun Gothic" panose="020B0503020000020004" pitchFamily="50" charset="-127"/>
                <a:ea typeface="Malgun Gothic" panose="020B0503020000020004" pitchFamily="50" charset="-127"/>
              </a:rPr>
              <a:t>NEXT REVIEW</a:t>
            </a:r>
            <a:endParaRPr lang="ko-KR" altLang="en-US" b="1">
              <a:solidFill>
                <a:srgbClr val="13233D"/>
              </a:solidFill>
              <a:latin typeface="Malgun Gothic" panose="020B0503020000020004" pitchFamily="50" charset="-127"/>
              <a:ea typeface="Malgun Gothic" panose="020B0503020000020004" pitchFamily="50" charset="-127"/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973EB4D7-FFD6-DCDF-BB7B-B3D2FDA27F88}"/>
              </a:ext>
            </a:extLst>
          </p:cNvPr>
          <p:cNvSpPr txBox="1"/>
          <p:nvPr/>
        </p:nvSpPr>
        <p:spPr>
          <a:xfrm>
            <a:off x="863600" y="2730500"/>
            <a:ext cx="6350000" cy="276999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ko-KR" altLang="en-US" sz="1200">
                <a:solidFill>
                  <a:srgbClr val="13233D"/>
                </a:solidFill>
                <a:latin typeface="Malgun Gothic" panose="020B0503020000020004" pitchFamily="50" charset="-127"/>
                <a:ea typeface="Malgun Gothic" panose="020B0503020000020004" pitchFamily="50" charset="-127"/>
              </a:rPr>
              <a:t>☐ 후보의 손해 형태와 피해 대상을 한 문장으로 설명할 수 있는가</a:t>
            </a:r>
            <a:r>
              <a:rPr lang="en-US" altLang="ko-KR" sz="1200">
                <a:solidFill>
                  <a:srgbClr val="13233D"/>
                </a:solidFill>
                <a:latin typeface="Malgun Gothic" panose="020B0503020000020004" pitchFamily="50" charset="-127"/>
                <a:ea typeface="Malgun Gothic" panose="020B0503020000020004" pitchFamily="50" charset="-127"/>
              </a:rPr>
              <a:t>?</a:t>
            </a:r>
            <a:endParaRPr lang="ko-KR" altLang="en-US" sz="1200">
              <a:solidFill>
                <a:srgbClr val="13233D"/>
              </a:solidFill>
              <a:latin typeface="Malgun Gothic" panose="020B0503020000020004" pitchFamily="50" charset="-127"/>
              <a:ea typeface="Malgun Gothic" panose="020B0503020000020004" pitchFamily="50" charset="-127"/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AB0DF500-04E4-C3F9-587D-4EDDEC647DD7}"/>
              </a:ext>
            </a:extLst>
          </p:cNvPr>
          <p:cNvSpPr txBox="1"/>
          <p:nvPr/>
        </p:nvSpPr>
        <p:spPr>
          <a:xfrm>
            <a:off x="863600" y="3213100"/>
            <a:ext cx="6350000" cy="276999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ko-KR" altLang="en-US" sz="1200">
                <a:solidFill>
                  <a:srgbClr val="13233D"/>
                </a:solidFill>
                <a:latin typeface="Malgun Gothic" panose="020B0503020000020004" pitchFamily="50" charset="-127"/>
                <a:ea typeface="Malgun Gothic" panose="020B0503020000020004" pitchFamily="50" charset="-127"/>
              </a:rPr>
              <a:t>☐ 기존 보험으로 보장되는 부분과 비어 있는 부분을 나눴는가</a:t>
            </a:r>
            <a:r>
              <a:rPr lang="en-US" altLang="ko-KR" sz="1200">
                <a:solidFill>
                  <a:srgbClr val="13233D"/>
                </a:solidFill>
                <a:latin typeface="Malgun Gothic" panose="020B0503020000020004" pitchFamily="50" charset="-127"/>
                <a:ea typeface="Malgun Gothic" panose="020B0503020000020004" pitchFamily="50" charset="-127"/>
              </a:rPr>
              <a:t>?</a:t>
            </a:r>
            <a:endParaRPr lang="ko-KR" altLang="en-US" sz="1200">
              <a:solidFill>
                <a:srgbClr val="13233D"/>
              </a:solidFill>
              <a:latin typeface="Malgun Gothic" panose="020B0503020000020004" pitchFamily="50" charset="-127"/>
              <a:ea typeface="Malgun Gothic" panose="020B0503020000020004" pitchFamily="50" charset="-127"/>
            </a:endParaRP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5A62D4DA-A6D9-A6DA-980D-31478375C4A7}"/>
              </a:ext>
            </a:extLst>
          </p:cNvPr>
          <p:cNvSpPr txBox="1"/>
          <p:nvPr/>
        </p:nvSpPr>
        <p:spPr>
          <a:xfrm>
            <a:off x="863600" y="3695700"/>
            <a:ext cx="6350000" cy="276999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ko-KR" altLang="en-US" sz="1200">
                <a:solidFill>
                  <a:srgbClr val="13233D"/>
                </a:solidFill>
                <a:latin typeface="Malgun Gothic" panose="020B0503020000020004" pitchFamily="50" charset="-127"/>
                <a:ea typeface="Malgun Gothic" panose="020B0503020000020004" pitchFamily="50" charset="-127"/>
              </a:rPr>
              <a:t>☐ 법령</a:t>
            </a:r>
            <a:r>
              <a:rPr lang="en-US" altLang="ko-KR" sz="1200">
                <a:solidFill>
                  <a:srgbClr val="13233D"/>
                </a:solidFill>
                <a:latin typeface="Malgun Gothic" panose="020B0503020000020004" pitchFamily="50" charset="-127"/>
                <a:ea typeface="Malgun Gothic" panose="020B0503020000020004" pitchFamily="50" charset="-127"/>
              </a:rPr>
              <a:t>·</a:t>
            </a:r>
            <a:r>
              <a:rPr lang="ko-KR" altLang="en-US" sz="1200">
                <a:solidFill>
                  <a:srgbClr val="13233D"/>
                </a:solidFill>
                <a:latin typeface="Malgun Gothic" panose="020B0503020000020004" pitchFamily="50" charset="-127"/>
                <a:ea typeface="Malgun Gothic" panose="020B0503020000020004" pitchFamily="50" charset="-127"/>
              </a:rPr>
              <a:t>판례</a:t>
            </a:r>
            <a:r>
              <a:rPr lang="en-US" altLang="ko-KR" sz="1200">
                <a:solidFill>
                  <a:srgbClr val="13233D"/>
                </a:solidFill>
                <a:latin typeface="Malgun Gothic" panose="020B0503020000020004" pitchFamily="50" charset="-127"/>
                <a:ea typeface="Malgun Gothic" panose="020B0503020000020004" pitchFamily="50" charset="-127"/>
              </a:rPr>
              <a:t>·</a:t>
            </a:r>
            <a:r>
              <a:rPr lang="ko-KR" altLang="en-US" sz="1200">
                <a:solidFill>
                  <a:srgbClr val="13233D"/>
                </a:solidFill>
                <a:latin typeface="Malgun Gothic" panose="020B0503020000020004" pitchFamily="50" charset="-127"/>
                <a:ea typeface="Malgun Gothic" panose="020B0503020000020004" pitchFamily="50" charset="-127"/>
              </a:rPr>
              <a:t>공식 자료의 원문을 확인했는가</a:t>
            </a:r>
            <a:r>
              <a:rPr lang="en-US" altLang="ko-KR" sz="1200">
                <a:solidFill>
                  <a:srgbClr val="13233D"/>
                </a:solidFill>
                <a:latin typeface="Malgun Gothic" panose="020B0503020000020004" pitchFamily="50" charset="-127"/>
                <a:ea typeface="Malgun Gothic" panose="020B0503020000020004" pitchFamily="50" charset="-127"/>
              </a:rPr>
              <a:t>?</a:t>
            </a:r>
            <a:endParaRPr lang="ko-KR" altLang="en-US" sz="1200">
              <a:solidFill>
                <a:srgbClr val="13233D"/>
              </a:solidFill>
              <a:latin typeface="Malgun Gothic" panose="020B0503020000020004" pitchFamily="50" charset="-127"/>
              <a:ea typeface="Malgun Gothic" panose="020B0503020000020004" pitchFamily="50" charset="-127"/>
            </a:endParaRP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88C4D505-7158-4164-2030-717CEBECC67E}"/>
              </a:ext>
            </a:extLst>
          </p:cNvPr>
          <p:cNvSpPr txBox="1"/>
          <p:nvPr/>
        </p:nvSpPr>
        <p:spPr>
          <a:xfrm>
            <a:off x="863600" y="4178300"/>
            <a:ext cx="6350000" cy="276999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ko-KR" altLang="en-US" sz="1200">
                <a:solidFill>
                  <a:srgbClr val="13233D"/>
                </a:solidFill>
                <a:latin typeface="Malgun Gothic" panose="020B0503020000020004" pitchFamily="50" charset="-127"/>
                <a:ea typeface="Malgun Gothic" panose="020B0503020000020004" pitchFamily="50" charset="-127"/>
              </a:rPr>
              <a:t>☐ 국내 사고 빈도와 평균 손해액을 추가로 요청했는가</a:t>
            </a:r>
            <a:r>
              <a:rPr lang="en-US" altLang="ko-KR" sz="1200">
                <a:solidFill>
                  <a:srgbClr val="13233D"/>
                </a:solidFill>
                <a:latin typeface="Malgun Gothic" panose="020B0503020000020004" pitchFamily="50" charset="-127"/>
                <a:ea typeface="Malgun Gothic" panose="020B0503020000020004" pitchFamily="50" charset="-127"/>
              </a:rPr>
              <a:t>?</a:t>
            </a:r>
            <a:endParaRPr lang="ko-KR" altLang="en-US" sz="1200">
              <a:solidFill>
                <a:srgbClr val="13233D"/>
              </a:solidFill>
              <a:latin typeface="Malgun Gothic" panose="020B0503020000020004" pitchFamily="50" charset="-127"/>
              <a:ea typeface="Malgun Gothic" panose="020B0503020000020004" pitchFamily="50" charset="-127"/>
            </a:endParaRP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2A1ED51A-B688-6981-F7A3-EAFDEBEFFE29}"/>
              </a:ext>
            </a:extLst>
          </p:cNvPr>
          <p:cNvSpPr txBox="1"/>
          <p:nvPr/>
        </p:nvSpPr>
        <p:spPr>
          <a:xfrm>
            <a:off x="863600" y="4660900"/>
            <a:ext cx="6350000" cy="276999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ko-KR" altLang="en-US" sz="1200">
                <a:solidFill>
                  <a:srgbClr val="13233D"/>
                </a:solidFill>
                <a:latin typeface="Malgun Gothic" panose="020B0503020000020004" pitchFamily="50" charset="-127"/>
                <a:ea typeface="Malgun Gothic" panose="020B0503020000020004" pitchFamily="50" charset="-127"/>
              </a:rPr>
              <a:t>☐ 다음 담당자와 검토할 질문을 남겼는가</a:t>
            </a:r>
            <a:r>
              <a:rPr lang="en-US" altLang="ko-KR" sz="1200">
                <a:solidFill>
                  <a:srgbClr val="13233D"/>
                </a:solidFill>
                <a:latin typeface="Malgun Gothic" panose="020B0503020000020004" pitchFamily="50" charset="-127"/>
                <a:ea typeface="Malgun Gothic" panose="020B0503020000020004" pitchFamily="50" charset="-127"/>
              </a:rPr>
              <a:t>?</a:t>
            </a:r>
            <a:endParaRPr lang="ko-KR" altLang="en-US" sz="1200">
              <a:solidFill>
                <a:srgbClr val="13233D"/>
              </a:solidFill>
              <a:latin typeface="Malgun Gothic" panose="020B0503020000020004" pitchFamily="50" charset="-127"/>
              <a:ea typeface="Malgun Gothic" panose="020B0503020000020004" pitchFamily="50" charset="-127"/>
            </a:endParaRPr>
          </a:p>
        </p:txBody>
      </p:sp>
      <p:sp>
        <p:nvSpPr>
          <p:cNvPr id="13" name="사각형: 둥근 모서리 12">
            <a:extLst>
              <a:ext uri="{FF2B5EF4-FFF2-40B4-BE49-F238E27FC236}">
                <a16:creationId xmlns:a16="http://schemas.microsoft.com/office/drawing/2014/main" id="{7E96AC33-CC61-3721-BF68-CDEFE6DDF193}"/>
              </a:ext>
            </a:extLst>
          </p:cNvPr>
          <p:cNvSpPr/>
          <p:nvPr/>
        </p:nvSpPr>
        <p:spPr>
          <a:xfrm>
            <a:off x="8229600" y="1841500"/>
            <a:ext cx="3429000" cy="3556000"/>
          </a:xfrm>
          <a:prstGeom prst="roundRect">
            <a:avLst/>
          </a:prstGeom>
          <a:solidFill>
            <a:srgbClr val="00205B"/>
          </a:solidFill>
          <a:ln w="12700">
            <a:solidFill>
              <a:srgbClr val="00205B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361EDE71-D981-44B1-E2FC-6F5E610CB81F}"/>
              </a:ext>
            </a:extLst>
          </p:cNvPr>
          <p:cNvSpPr txBox="1"/>
          <p:nvPr/>
        </p:nvSpPr>
        <p:spPr>
          <a:xfrm>
            <a:off x="8585200" y="2247900"/>
            <a:ext cx="2413000" cy="276999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ko-KR" altLang="en-US" sz="1600" b="1">
                <a:solidFill>
                  <a:srgbClr val="FF9E1B"/>
                </a:solidFill>
                <a:latin typeface="Malgun Gothic" panose="020B0503020000020004" pitchFamily="50" charset="-127"/>
                <a:ea typeface="Malgun Gothic" panose="020B0503020000020004" pitchFamily="50" charset="-127"/>
              </a:rPr>
              <a:t>핵심 원칙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5CD2BF5F-EBD2-30E4-3BFD-570048E638E9}"/>
              </a:ext>
            </a:extLst>
          </p:cNvPr>
          <p:cNvSpPr txBox="1"/>
          <p:nvPr/>
        </p:nvSpPr>
        <p:spPr>
          <a:xfrm>
            <a:off x="8585200" y="2819400"/>
            <a:ext cx="2603500" cy="276999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ko-KR" altLang="en-US" sz="1900" b="1">
                <a:solidFill>
                  <a:srgbClr val="FFFFFF"/>
                </a:solidFill>
                <a:latin typeface="Malgun Gothic" panose="020B0503020000020004" pitchFamily="50" charset="-127"/>
                <a:ea typeface="Malgun Gothic" panose="020B0503020000020004" pitchFamily="50" charset="-127"/>
              </a:rPr>
              <a:t>위험 탐색은
결론을 대신하는 도구가 아니라
검토 순서를 정해 주는 도구입니다</a:t>
            </a:r>
            <a:r>
              <a:rPr lang="en-US" altLang="ko-KR" sz="1900" b="1">
                <a:solidFill>
                  <a:srgbClr val="FFFFFF"/>
                </a:solidFill>
                <a:latin typeface="Malgun Gothic" panose="020B0503020000020004" pitchFamily="50" charset="-127"/>
                <a:ea typeface="Malgun Gothic" panose="020B0503020000020004" pitchFamily="50" charset="-127"/>
              </a:rPr>
              <a:t>.</a:t>
            </a:r>
            <a:endParaRPr lang="ko-KR" altLang="en-US" sz="1900" b="1">
              <a:solidFill>
                <a:srgbClr val="FFFFFF"/>
              </a:solidFill>
              <a:latin typeface="Malgun Gothic" panose="020B0503020000020004" pitchFamily="50" charset="-127"/>
              <a:ea typeface="Malgun Gothic" panose="020B0503020000020004" pitchFamily="50" charset="-127"/>
            </a:endParaRPr>
          </a:p>
        </p:txBody>
      </p:sp>
      <p:cxnSp>
        <p:nvCxnSpPr>
          <p:cNvPr id="16" name="직선 연결선 15">
            <a:extLst>
              <a:ext uri="{FF2B5EF4-FFF2-40B4-BE49-F238E27FC236}">
                <a16:creationId xmlns:a16="http://schemas.microsoft.com/office/drawing/2014/main" id="{2064D2ED-2064-F6B9-7AE3-F1E0556F08D7}"/>
              </a:ext>
            </a:extLst>
          </p:cNvPr>
          <p:cNvCxnSpPr/>
          <p:nvPr/>
        </p:nvCxnSpPr>
        <p:spPr>
          <a:xfrm>
            <a:off x="533400" y="6438900"/>
            <a:ext cx="11125200" cy="0"/>
          </a:xfrm>
          <a:prstGeom prst="line">
            <a:avLst/>
          </a:prstGeom>
          <a:ln w="12700">
            <a:solidFill>
              <a:srgbClr val="D6E1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" name="TextBox 16">
            <a:extLst>
              <a:ext uri="{FF2B5EF4-FFF2-40B4-BE49-F238E27FC236}">
                <a16:creationId xmlns:a16="http://schemas.microsoft.com/office/drawing/2014/main" id="{82DDD6A2-4467-DF41-D04C-2C6A3FBABF38}"/>
              </a:ext>
            </a:extLst>
          </p:cNvPr>
          <p:cNvSpPr txBox="1"/>
          <p:nvPr/>
        </p:nvSpPr>
        <p:spPr>
          <a:xfrm>
            <a:off x="533400" y="6578600"/>
            <a:ext cx="6350000" cy="276999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en-US" altLang="ko-KR" sz="900">
                <a:solidFill>
                  <a:srgbClr val="5B6F8C"/>
                </a:solidFill>
                <a:latin typeface="Malgun Gothic" panose="020B0503020000020004" pitchFamily="50" charset="-127"/>
                <a:ea typeface="Malgun Gothic" panose="020B0503020000020004" pitchFamily="50" charset="-127"/>
              </a:rPr>
              <a:t>HI RISK STUDIO - RISK EXPLORATION USER GUIDE</a:t>
            </a:r>
            <a:endParaRPr lang="ko-KR" altLang="en-US" sz="900">
              <a:solidFill>
                <a:srgbClr val="5B6F8C"/>
              </a:solidFill>
              <a:latin typeface="Malgun Gothic" panose="020B0503020000020004" pitchFamily="50" charset="-127"/>
              <a:ea typeface="Malgun Gothic" panose="020B0503020000020004" pitchFamily="50" charset="-127"/>
            </a:endParaRP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396D3F90-47F4-F50D-0B5F-36C5B96980E3}"/>
              </a:ext>
            </a:extLst>
          </p:cNvPr>
          <p:cNvSpPr txBox="1"/>
          <p:nvPr/>
        </p:nvSpPr>
        <p:spPr>
          <a:xfrm>
            <a:off x="10922000" y="6578600"/>
            <a:ext cx="736600" cy="276999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 algn="r"/>
            <a:r>
              <a:rPr lang="en-US" altLang="ko-KR" sz="900">
                <a:solidFill>
                  <a:srgbClr val="5B6F8C"/>
                </a:solidFill>
                <a:latin typeface="Malgun Gothic" panose="020B0503020000020004" pitchFamily="50" charset="-127"/>
                <a:ea typeface="Malgun Gothic" panose="020B0503020000020004" pitchFamily="50" charset="-127"/>
              </a:rPr>
              <a:t>12 / 12</a:t>
            </a:r>
            <a:endParaRPr lang="ko-KR" altLang="en-US" sz="900">
              <a:solidFill>
                <a:srgbClr val="5B6F8C"/>
              </a:solidFill>
              <a:latin typeface="Malgun Gothic" panose="020B0503020000020004" pitchFamily="50" charset="-127"/>
              <a:ea typeface="Malgun Gothic" panose="020B0503020000020004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3514831324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맑은 고딕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1047</Words>
  <Application>Microsoft Office PowerPoint</Application>
  <PresentationFormat>사용자 지정</PresentationFormat>
  <Paragraphs>174</Paragraphs>
  <Slides>12</Slides>
  <Notes>0</Notes>
  <HiddenSlides>0</HiddenSlides>
  <MMClips>0</MMClips>
  <ScaleCrop>false</ScaleCrop>
  <HeadingPairs>
    <vt:vector size="6" baseType="variant">
      <vt:variant>
        <vt:lpstr>사용한 글꼴</vt:lpstr>
      </vt:variant>
      <vt:variant>
        <vt:i4>3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12</vt:i4>
      </vt:variant>
    </vt:vector>
  </HeadingPairs>
  <TitlesOfParts>
    <vt:vector size="16" baseType="lpstr">
      <vt:lpstr>Malgun Gothic</vt:lpstr>
      <vt:lpstr>Malgun Gothic</vt:lpstr>
      <vt:lpstr>Arial</vt:lpstr>
      <vt:lpstr>Office 테마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박서연</dc:creator>
  <cp:lastModifiedBy>박서연</cp:lastModifiedBy>
  <cp:revision>1</cp:revision>
  <dcterms:created xsi:type="dcterms:W3CDTF">2026-08-07T04:30:12Z</dcterms:created>
  <dcterms:modified xsi:type="dcterms:W3CDTF">2026-08-07T04:30:12Z</dcterms:modified>
</cp:coreProperties>
</file>